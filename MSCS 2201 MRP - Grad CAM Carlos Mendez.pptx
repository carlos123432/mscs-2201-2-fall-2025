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628C0-B3A5-E071-EEF1-56450ABC2288}" v="55" dt="2025-12-03T05:01:58.550"/>
    <p1510:client id="{B2B7AED5-3871-FDFE-6FC5-0411C227C991}" v="2" dt="2025-12-02T23:54:28.988"/>
    <p1510:client id="{C115DF2D-A645-E6DF-7709-EEED45B0E3A7}" v="2" dt="2025-12-02T23:55:51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D69B5C-BF28-435C-8911-CD0BC1BD638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FB5D494-BD39-42C4-BDCD-F496303A08D6}">
      <dgm:prSet/>
      <dgm:spPr/>
      <dgm:t>
        <a:bodyPr/>
        <a:lstStyle/>
        <a:p>
          <a:r>
            <a:rPr lang="en-US"/>
            <a:t>Deep CNNs are highly accurate but operate as black boxes (we cannot how they are determining their choice).  </a:t>
          </a:r>
        </a:p>
      </dgm:t>
    </dgm:pt>
    <dgm:pt modelId="{A923C7F9-F531-4DF1-BD30-540143221FB1}" type="parTrans" cxnId="{3A2AF518-D924-4763-98D3-59D6C7142D39}">
      <dgm:prSet/>
      <dgm:spPr/>
      <dgm:t>
        <a:bodyPr/>
        <a:lstStyle/>
        <a:p>
          <a:endParaRPr lang="en-US"/>
        </a:p>
      </dgm:t>
    </dgm:pt>
    <dgm:pt modelId="{80068F91-DA33-4D8D-A6A9-96730A44BDD5}" type="sibTrans" cxnId="{3A2AF518-D924-4763-98D3-59D6C7142D39}">
      <dgm:prSet/>
      <dgm:spPr/>
      <dgm:t>
        <a:bodyPr/>
        <a:lstStyle/>
        <a:p>
          <a:endParaRPr lang="en-US"/>
        </a:p>
      </dgm:t>
    </dgm:pt>
    <dgm:pt modelId="{7E3BA464-046C-43A9-B899-623EFEA87B57}">
      <dgm:prSet/>
      <dgm:spPr/>
      <dgm:t>
        <a:bodyPr/>
        <a:lstStyle/>
        <a:p>
          <a:r>
            <a:rPr lang="en-US"/>
            <a:t>Grad-CAM generates heatmaps showing which image regions influence the model’s decision.</a:t>
          </a:r>
        </a:p>
      </dgm:t>
    </dgm:pt>
    <dgm:pt modelId="{E3B12916-57D7-4077-8B8A-C98181D869BD}" type="parTrans" cxnId="{BC121BC1-7B71-4555-A5DF-7754DD6D9F90}">
      <dgm:prSet/>
      <dgm:spPr/>
      <dgm:t>
        <a:bodyPr/>
        <a:lstStyle/>
        <a:p>
          <a:endParaRPr lang="en-US"/>
        </a:p>
      </dgm:t>
    </dgm:pt>
    <dgm:pt modelId="{C35E09BD-2E37-4C11-9618-A6F5AB9C3678}" type="sibTrans" cxnId="{BC121BC1-7B71-4555-A5DF-7754DD6D9F90}">
      <dgm:prSet/>
      <dgm:spPr/>
      <dgm:t>
        <a:bodyPr/>
        <a:lstStyle/>
        <a:p>
          <a:endParaRPr lang="en-US"/>
        </a:p>
      </dgm:t>
    </dgm:pt>
    <dgm:pt modelId="{0E5319B1-F8C0-43BD-A462-4633CD2D5FBB}">
      <dgm:prSet/>
      <dgm:spPr/>
      <dgm:t>
        <a:bodyPr/>
        <a:lstStyle/>
        <a:p>
          <a:r>
            <a:rPr lang="en-US"/>
            <a:t>Results: The model focuses correctly on meaningful features (dog face, car doors), and exposes failure cases where it attends to irrelevant areas.</a:t>
          </a:r>
        </a:p>
      </dgm:t>
    </dgm:pt>
    <dgm:pt modelId="{EF152059-2E21-42AB-8BA0-15A255879076}" type="parTrans" cxnId="{8B2A5FFD-1BF7-4E40-8870-E025CA0D9645}">
      <dgm:prSet/>
      <dgm:spPr/>
      <dgm:t>
        <a:bodyPr/>
        <a:lstStyle/>
        <a:p>
          <a:endParaRPr lang="en-US"/>
        </a:p>
      </dgm:t>
    </dgm:pt>
    <dgm:pt modelId="{ECEA2142-115D-4A2A-A52B-73E9C1EC49E5}" type="sibTrans" cxnId="{8B2A5FFD-1BF7-4E40-8870-E025CA0D9645}">
      <dgm:prSet/>
      <dgm:spPr/>
      <dgm:t>
        <a:bodyPr/>
        <a:lstStyle/>
        <a:p>
          <a:endParaRPr lang="en-US"/>
        </a:p>
      </dgm:t>
    </dgm:pt>
    <dgm:pt modelId="{4547FF50-6C8F-4901-ABF4-E6EF7DE8DFD8}" type="pres">
      <dgm:prSet presAssocID="{37D69B5C-BF28-435C-8911-CD0BC1BD6387}" presName="linear" presStyleCnt="0">
        <dgm:presLayoutVars>
          <dgm:animLvl val="lvl"/>
          <dgm:resizeHandles val="exact"/>
        </dgm:presLayoutVars>
      </dgm:prSet>
      <dgm:spPr/>
    </dgm:pt>
    <dgm:pt modelId="{14CD08BD-1C9E-4462-9C2C-F06795268CC6}" type="pres">
      <dgm:prSet presAssocID="{7FB5D494-BD39-42C4-BDCD-F496303A08D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6FC77C7-2D3B-41F6-8F69-370E08438DDD}" type="pres">
      <dgm:prSet presAssocID="{80068F91-DA33-4D8D-A6A9-96730A44BDD5}" presName="spacer" presStyleCnt="0"/>
      <dgm:spPr/>
    </dgm:pt>
    <dgm:pt modelId="{8499CD14-2CA0-4E4F-9444-9206B3654BF8}" type="pres">
      <dgm:prSet presAssocID="{7E3BA464-046C-43A9-B899-623EFEA87B5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BECE846-314F-46E1-8E16-8428E3D27BC4}" type="pres">
      <dgm:prSet presAssocID="{C35E09BD-2E37-4C11-9618-A6F5AB9C3678}" presName="spacer" presStyleCnt="0"/>
      <dgm:spPr/>
    </dgm:pt>
    <dgm:pt modelId="{602A7491-0AE2-4202-8DA3-7EBA02F7C8D6}" type="pres">
      <dgm:prSet presAssocID="{0E5319B1-F8C0-43BD-A462-4633CD2D5FB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2AF518-D924-4763-98D3-59D6C7142D39}" srcId="{37D69B5C-BF28-435C-8911-CD0BC1BD6387}" destId="{7FB5D494-BD39-42C4-BDCD-F496303A08D6}" srcOrd="0" destOrd="0" parTransId="{A923C7F9-F531-4DF1-BD30-540143221FB1}" sibTransId="{80068F91-DA33-4D8D-A6A9-96730A44BDD5}"/>
    <dgm:cxn modelId="{2E9BDB7A-6490-4A9E-B22A-06C2ABEC9C02}" type="presOf" srcId="{0E5319B1-F8C0-43BD-A462-4633CD2D5FBB}" destId="{602A7491-0AE2-4202-8DA3-7EBA02F7C8D6}" srcOrd="0" destOrd="0" presId="urn:microsoft.com/office/officeart/2005/8/layout/vList2"/>
    <dgm:cxn modelId="{A828CC82-0DF7-426E-A1E3-52759312A988}" type="presOf" srcId="{7FB5D494-BD39-42C4-BDCD-F496303A08D6}" destId="{14CD08BD-1C9E-4462-9C2C-F06795268CC6}" srcOrd="0" destOrd="0" presId="urn:microsoft.com/office/officeart/2005/8/layout/vList2"/>
    <dgm:cxn modelId="{C8FE8FBD-13D3-47EB-BA04-963F8F44F978}" type="presOf" srcId="{7E3BA464-046C-43A9-B899-623EFEA87B57}" destId="{8499CD14-2CA0-4E4F-9444-9206B3654BF8}" srcOrd="0" destOrd="0" presId="urn:microsoft.com/office/officeart/2005/8/layout/vList2"/>
    <dgm:cxn modelId="{BC121BC1-7B71-4555-A5DF-7754DD6D9F90}" srcId="{37D69B5C-BF28-435C-8911-CD0BC1BD6387}" destId="{7E3BA464-046C-43A9-B899-623EFEA87B57}" srcOrd="1" destOrd="0" parTransId="{E3B12916-57D7-4077-8B8A-C98181D869BD}" sibTransId="{C35E09BD-2E37-4C11-9618-A6F5AB9C3678}"/>
    <dgm:cxn modelId="{29B166C1-B32C-4493-87D5-75C0EA54D7D4}" type="presOf" srcId="{37D69B5C-BF28-435C-8911-CD0BC1BD6387}" destId="{4547FF50-6C8F-4901-ABF4-E6EF7DE8DFD8}" srcOrd="0" destOrd="0" presId="urn:microsoft.com/office/officeart/2005/8/layout/vList2"/>
    <dgm:cxn modelId="{8B2A5FFD-1BF7-4E40-8870-E025CA0D9645}" srcId="{37D69B5C-BF28-435C-8911-CD0BC1BD6387}" destId="{0E5319B1-F8C0-43BD-A462-4633CD2D5FBB}" srcOrd="2" destOrd="0" parTransId="{EF152059-2E21-42AB-8BA0-15A255879076}" sibTransId="{ECEA2142-115D-4A2A-A52B-73E9C1EC49E5}"/>
    <dgm:cxn modelId="{E190B301-89E2-49D0-AC17-4CE739F1DEBA}" type="presParOf" srcId="{4547FF50-6C8F-4901-ABF4-E6EF7DE8DFD8}" destId="{14CD08BD-1C9E-4462-9C2C-F06795268CC6}" srcOrd="0" destOrd="0" presId="urn:microsoft.com/office/officeart/2005/8/layout/vList2"/>
    <dgm:cxn modelId="{7726C7AC-9CBE-43A9-904A-67A7B280DA48}" type="presParOf" srcId="{4547FF50-6C8F-4901-ABF4-E6EF7DE8DFD8}" destId="{86FC77C7-2D3B-41F6-8F69-370E08438DDD}" srcOrd="1" destOrd="0" presId="urn:microsoft.com/office/officeart/2005/8/layout/vList2"/>
    <dgm:cxn modelId="{2B5642D0-1ABF-42DE-B1FC-7F6D73BCA6A4}" type="presParOf" srcId="{4547FF50-6C8F-4901-ABF4-E6EF7DE8DFD8}" destId="{8499CD14-2CA0-4E4F-9444-9206B3654BF8}" srcOrd="2" destOrd="0" presId="urn:microsoft.com/office/officeart/2005/8/layout/vList2"/>
    <dgm:cxn modelId="{E0C863C3-92D0-4144-BC02-7E13E4BC84BA}" type="presParOf" srcId="{4547FF50-6C8F-4901-ABF4-E6EF7DE8DFD8}" destId="{5BECE846-314F-46E1-8E16-8428E3D27BC4}" srcOrd="3" destOrd="0" presId="urn:microsoft.com/office/officeart/2005/8/layout/vList2"/>
    <dgm:cxn modelId="{DF91C077-DA93-4D1A-9542-FB1979E7A415}" type="presParOf" srcId="{4547FF50-6C8F-4901-ABF4-E6EF7DE8DFD8}" destId="{602A7491-0AE2-4202-8DA3-7EBA02F7C8D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486E20-7F05-4A23-87EC-1CE7AB79886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6CA406A-37B0-48B8-9840-090B28285E8F}">
      <dgm:prSet/>
      <dgm:spPr/>
      <dgm:t>
        <a:bodyPr/>
        <a:lstStyle/>
        <a:p>
          <a:r>
            <a:rPr lang="en-US"/>
            <a:t>Motivation</a:t>
          </a:r>
        </a:p>
      </dgm:t>
    </dgm:pt>
    <dgm:pt modelId="{957FB6AD-3318-4ECB-873A-B0A85BEB3052}" type="parTrans" cxnId="{419D2105-A01F-4FEF-A6AA-80C01C598471}">
      <dgm:prSet/>
      <dgm:spPr/>
      <dgm:t>
        <a:bodyPr/>
        <a:lstStyle/>
        <a:p>
          <a:endParaRPr lang="en-US"/>
        </a:p>
      </dgm:t>
    </dgm:pt>
    <dgm:pt modelId="{6F177135-28F6-47CB-8003-452E2716C0D4}" type="sibTrans" cxnId="{419D2105-A01F-4FEF-A6AA-80C01C59847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03BCFD6-574B-4166-8F97-1E4F790BF5C5}">
      <dgm:prSet/>
      <dgm:spPr/>
      <dgm:t>
        <a:bodyPr/>
        <a:lstStyle/>
        <a:p>
          <a:r>
            <a:rPr lang="en-US"/>
            <a:t>Literature Review</a:t>
          </a:r>
        </a:p>
      </dgm:t>
    </dgm:pt>
    <dgm:pt modelId="{8A0C1A48-6D7A-47F1-B1FE-11295CA4B329}" type="parTrans" cxnId="{697B9F0B-FF23-4E12-A49E-036CE801AD2F}">
      <dgm:prSet/>
      <dgm:spPr/>
      <dgm:t>
        <a:bodyPr/>
        <a:lstStyle/>
        <a:p>
          <a:endParaRPr lang="en-US"/>
        </a:p>
      </dgm:t>
    </dgm:pt>
    <dgm:pt modelId="{A8C5164F-B41B-45F8-9895-A6A579941FC5}" type="sibTrans" cxnId="{697B9F0B-FF23-4E12-A49E-036CE801AD2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427EB97-6E8E-4A8A-90CB-4DA61B592332}">
      <dgm:prSet/>
      <dgm:spPr/>
      <dgm:t>
        <a:bodyPr/>
        <a:lstStyle/>
        <a:p>
          <a:r>
            <a:rPr lang="en-US"/>
            <a:t>Method / Approach</a:t>
          </a:r>
        </a:p>
      </dgm:t>
    </dgm:pt>
    <dgm:pt modelId="{2F71A3D2-1175-4EEF-AB52-84C3C20B66FE}" type="parTrans" cxnId="{104DBD81-91C0-45D4-B2C9-8C13F0C5E6F0}">
      <dgm:prSet/>
      <dgm:spPr/>
      <dgm:t>
        <a:bodyPr/>
        <a:lstStyle/>
        <a:p>
          <a:endParaRPr lang="en-US"/>
        </a:p>
      </dgm:t>
    </dgm:pt>
    <dgm:pt modelId="{4A1C5099-BB08-4854-B463-9A8F4A65E120}" type="sibTrans" cxnId="{104DBD81-91C0-45D4-B2C9-8C13F0C5E6F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821E72D-31C4-4B15-928B-8D3FA5790238}">
      <dgm:prSet/>
      <dgm:spPr/>
      <dgm:t>
        <a:bodyPr/>
        <a:lstStyle/>
        <a:p>
          <a:r>
            <a:rPr lang="en-US"/>
            <a:t>Demonstration (YouTube)</a:t>
          </a:r>
        </a:p>
      </dgm:t>
    </dgm:pt>
    <dgm:pt modelId="{5798DE81-5CA7-4335-8389-76AB53ABB478}" type="parTrans" cxnId="{64AB8E07-69C7-4CEE-B4E6-43BF607CA94A}">
      <dgm:prSet/>
      <dgm:spPr/>
      <dgm:t>
        <a:bodyPr/>
        <a:lstStyle/>
        <a:p>
          <a:endParaRPr lang="en-US"/>
        </a:p>
      </dgm:t>
    </dgm:pt>
    <dgm:pt modelId="{4439C1BF-EC07-4BE4-ABE1-FA5A154FFA4A}" type="sibTrans" cxnId="{64AB8E07-69C7-4CEE-B4E6-43BF607CA94A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01C1EDA-74C2-4CB8-B842-B3A7C5076C11}">
      <dgm:prSet/>
      <dgm:spPr/>
      <dgm:t>
        <a:bodyPr/>
        <a:lstStyle/>
        <a:p>
          <a:r>
            <a:rPr lang="en-US"/>
            <a:t>Results (Dog, Personal Dog, Car, Failure Case)</a:t>
          </a:r>
        </a:p>
      </dgm:t>
    </dgm:pt>
    <dgm:pt modelId="{E9430F72-A080-4513-A805-472AD4E31D5D}" type="parTrans" cxnId="{F69EE2C0-5D75-43E7-849D-EEEC2D013A7A}">
      <dgm:prSet/>
      <dgm:spPr/>
      <dgm:t>
        <a:bodyPr/>
        <a:lstStyle/>
        <a:p>
          <a:endParaRPr lang="en-US"/>
        </a:p>
      </dgm:t>
    </dgm:pt>
    <dgm:pt modelId="{E9C2FCC1-3C0C-4F29-9EA1-67FDC44AB5C4}" type="sibTrans" cxnId="{F69EE2C0-5D75-43E7-849D-EEEC2D013A7A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D44D8809-523F-49FD-8B16-8DD64807609B}">
      <dgm:prSet/>
      <dgm:spPr/>
      <dgm:t>
        <a:bodyPr/>
        <a:lstStyle/>
        <a:p>
          <a:r>
            <a:rPr lang="en-US"/>
            <a:t>Discussion &amp; Limitations</a:t>
          </a:r>
        </a:p>
      </dgm:t>
    </dgm:pt>
    <dgm:pt modelId="{FF58028B-9CC5-4751-AC31-BAADB82CE9E8}" type="parTrans" cxnId="{92030470-FBC3-466B-B73F-EA5A9E4BD06F}">
      <dgm:prSet/>
      <dgm:spPr/>
      <dgm:t>
        <a:bodyPr/>
        <a:lstStyle/>
        <a:p>
          <a:endParaRPr lang="en-US"/>
        </a:p>
      </dgm:t>
    </dgm:pt>
    <dgm:pt modelId="{20309011-DBFE-4D81-B38D-3E43A500B3DC}" type="sibTrans" cxnId="{92030470-FBC3-466B-B73F-EA5A9E4BD06F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7D737780-C07E-44E5-87DE-0EFD2EE0AC38}">
      <dgm:prSet/>
      <dgm:spPr/>
      <dgm:t>
        <a:bodyPr/>
        <a:lstStyle/>
        <a:p>
          <a:r>
            <a:rPr lang="en-US"/>
            <a:t>Conclusion</a:t>
          </a:r>
        </a:p>
      </dgm:t>
    </dgm:pt>
    <dgm:pt modelId="{6D40286D-5C55-4F76-9F2D-156375FDDB52}" type="parTrans" cxnId="{7076E7FA-AAFD-452E-ACF1-AD0636AC06EB}">
      <dgm:prSet/>
      <dgm:spPr/>
      <dgm:t>
        <a:bodyPr/>
        <a:lstStyle/>
        <a:p>
          <a:endParaRPr lang="en-US"/>
        </a:p>
      </dgm:t>
    </dgm:pt>
    <dgm:pt modelId="{F0755683-68D4-40D0-982C-DD0FE9515EBC}" type="sibTrans" cxnId="{7076E7FA-AAFD-452E-ACF1-AD0636AC06EB}">
      <dgm:prSet phldrT="07" phldr="0"/>
      <dgm:spPr/>
      <dgm:t>
        <a:bodyPr/>
        <a:lstStyle/>
        <a:p>
          <a:r>
            <a:rPr lang="en-US"/>
            <a:t>07</a:t>
          </a:r>
        </a:p>
      </dgm:t>
    </dgm:pt>
    <dgm:pt modelId="{F3F33E2C-4AC4-470D-B1F4-5581061A8A51}" type="pres">
      <dgm:prSet presAssocID="{80486E20-7F05-4A23-87EC-1CE7AB798864}" presName="Name0" presStyleCnt="0">
        <dgm:presLayoutVars>
          <dgm:animLvl val="lvl"/>
          <dgm:resizeHandles val="exact"/>
        </dgm:presLayoutVars>
      </dgm:prSet>
      <dgm:spPr/>
    </dgm:pt>
    <dgm:pt modelId="{C933AF17-7535-4D44-8E36-EA2163ED6C02}" type="pres">
      <dgm:prSet presAssocID="{A6CA406A-37B0-48B8-9840-090B28285E8F}" presName="compositeNode" presStyleCnt="0">
        <dgm:presLayoutVars>
          <dgm:bulletEnabled val="1"/>
        </dgm:presLayoutVars>
      </dgm:prSet>
      <dgm:spPr/>
    </dgm:pt>
    <dgm:pt modelId="{DC0C018B-5739-4AEC-8AA0-C65D778F8C06}" type="pres">
      <dgm:prSet presAssocID="{A6CA406A-37B0-48B8-9840-090B28285E8F}" presName="bgRect" presStyleLbl="alignNode1" presStyleIdx="0" presStyleCnt="7"/>
      <dgm:spPr/>
    </dgm:pt>
    <dgm:pt modelId="{CAE9651D-33FB-4165-8F84-72689FBCD06E}" type="pres">
      <dgm:prSet presAssocID="{6F177135-28F6-47CB-8003-452E2716C0D4}" presName="sibTransNodeRect" presStyleLbl="alignNode1" presStyleIdx="0" presStyleCnt="7">
        <dgm:presLayoutVars>
          <dgm:chMax val="0"/>
          <dgm:bulletEnabled val="1"/>
        </dgm:presLayoutVars>
      </dgm:prSet>
      <dgm:spPr/>
    </dgm:pt>
    <dgm:pt modelId="{874C9FDE-864B-4674-810C-5D0E3D43B4A8}" type="pres">
      <dgm:prSet presAssocID="{A6CA406A-37B0-48B8-9840-090B28285E8F}" presName="nodeRect" presStyleLbl="alignNode1" presStyleIdx="0" presStyleCnt="7">
        <dgm:presLayoutVars>
          <dgm:bulletEnabled val="1"/>
        </dgm:presLayoutVars>
      </dgm:prSet>
      <dgm:spPr/>
    </dgm:pt>
    <dgm:pt modelId="{521EB9E1-A3C4-41CA-8570-9EE2CF43E4EF}" type="pres">
      <dgm:prSet presAssocID="{6F177135-28F6-47CB-8003-452E2716C0D4}" presName="sibTrans" presStyleCnt="0"/>
      <dgm:spPr/>
    </dgm:pt>
    <dgm:pt modelId="{23733DE2-ACEE-4F8A-B556-3A20464C52BC}" type="pres">
      <dgm:prSet presAssocID="{603BCFD6-574B-4166-8F97-1E4F790BF5C5}" presName="compositeNode" presStyleCnt="0">
        <dgm:presLayoutVars>
          <dgm:bulletEnabled val="1"/>
        </dgm:presLayoutVars>
      </dgm:prSet>
      <dgm:spPr/>
    </dgm:pt>
    <dgm:pt modelId="{BA0B102E-DAF2-4ABC-AC15-A8364F18113E}" type="pres">
      <dgm:prSet presAssocID="{603BCFD6-574B-4166-8F97-1E4F790BF5C5}" presName="bgRect" presStyleLbl="alignNode1" presStyleIdx="1" presStyleCnt="7"/>
      <dgm:spPr/>
    </dgm:pt>
    <dgm:pt modelId="{B89118F3-66AF-4D44-AA60-785FB6326318}" type="pres">
      <dgm:prSet presAssocID="{A8C5164F-B41B-45F8-9895-A6A579941FC5}" presName="sibTransNodeRect" presStyleLbl="alignNode1" presStyleIdx="1" presStyleCnt="7">
        <dgm:presLayoutVars>
          <dgm:chMax val="0"/>
          <dgm:bulletEnabled val="1"/>
        </dgm:presLayoutVars>
      </dgm:prSet>
      <dgm:spPr/>
    </dgm:pt>
    <dgm:pt modelId="{DAFFD40A-0D30-4D30-96F2-32E1FE88764F}" type="pres">
      <dgm:prSet presAssocID="{603BCFD6-574B-4166-8F97-1E4F790BF5C5}" presName="nodeRect" presStyleLbl="alignNode1" presStyleIdx="1" presStyleCnt="7">
        <dgm:presLayoutVars>
          <dgm:bulletEnabled val="1"/>
        </dgm:presLayoutVars>
      </dgm:prSet>
      <dgm:spPr/>
    </dgm:pt>
    <dgm:pt modelId="{56F5F028-291F-4A8F-86A7-7EDC2A42DCCB}" type="pres">
      <dgm:prSet presAssocID="{A8C5164F-B41B-45F8-9895-A6A579941FC5}" presName="sibTrans" presStyleCnt="0"/>
      <dgm:spPr/>
    </dgm:pt>
    <dgm:pt modelId="{44A63D0C-FDB2-4A70-8D01-B0E4320CD41E}" type="pres">
      <dgm:prSet presAssocID="{D427EB97-6E8E-4A8A-90CB-4DA61B592332}" presName="compositeNode" presStyleCnt="0">
        <dgm:presLayoutVars>
          <dgm:bulletEnabled val="1"/>
        </dgm:presLayoutVars>
      </dgm:prSet>
      <dgm:spPr/>
    </dgm:pt>
    <dgm:pt modelId="{100A5BFA-21B0-4349-B94F-496DD53B9C92}" type="pres">
      <dgm:prSet presAssocID="{D427EB97-6E8E-4A8A-90CB-4DA61B592332}" presName="bgRect" presStyleLbl="alignNode1" presStyleIdx="2" presStyleCnt="7"/>
      <dgm:spPr/>
    </dgm:pt>
    <dgm:pt modelId="{2B2266C7-373B-4FAA-AE1A-EF84259E36C4}" type="pres">
      <dgm:prSet presAssocID="{4A1C5099-BB08-4854-B463-9A8F4A65E120}" presName="sibTransNodeRect" presStyleLbl="alignNode1" presStyleIdx="2" presStyleCnt="7">
        <dgm:presLayoutVars>
          <dgm:chMax val="0"/>
          <dgm:bulletEnabled val="1"/>
        </dgm:presLayoutVars>
      </dgm:prSet>
      <dgm:spPr/>
    </dgm:pt>
    <dgm:pt modelId="{45D84EF7-2366-427F-AE0A-A79C2CA8CF89}" type="pres">
      <dgm:prSet presAssocID="{D427EB97-6E8E-4A8A-90CB-4DA61B592332}" presName="nodeRect" presStyleLbl="alignNode1" presStyleIdx="2" presStyleCnt="7">
        <dgm:presLayoutVars>
          <dgm:bulletEnabled val="1"/>
        </dgm:presLayoutVars>
      </dgm:prSet>
      <dgm:spPr/>
    </dgm:pt>
    <dgm:pt modelId="{D5C95CF5-1558-4254-B8CF-B99858C4EF20}" type="pres">
      <dgm:prSet presAssocID="{4A1C5099-BB08-4854-B463-9A8F4A65E120}" presName="sibTrans" presStyleCnt="0"/>
      <dgm:spPr/>
    </dgm:pt>
    <dgm:pt modelId="{CD937F77-E4DB-4CD6-9567-9F294F1BFB5B}" type="pres">
      <dgm:prSet presAssocID="{4821E72D-31C4-4B15-928B-8D3FA5790238}" presName="compositeNode" presStyleCnt="0">
        <dgm:presLayoutVars>
          <dgm:bulletEnabled val="1"/>
        </dgm:presLayoutVars>
      </dgm:prSet>
      <dgm:spPr/>
    </dgm:pt>
    <dgm:pt modelId="{8E20497A-AA48-48AB-9C3C-8900233E222D}" type="pres">
      <dgm:prSet presAssocID="{4821E72D-31C4-4B15-928B-8D3FA5790238}" presName="bgRect" presStyleLbl="alignNode1" presStyleIdx="3" presStyleCnt="7"/>
      <dgm:spPr/>
    </dgm:pt>
    <dgm:pt modelId="{28C03A08-5D1A-424B-B1E9-9CAA51108264}" type="pres">
      <dgm:prSet presAssocID="{4439C1BF-EC07-4BE4-ABE1-FA5A154FFA4A}" presName="sibTransNodeRect" presStyleLbl="alignNode1" presStyleIdx="3" presStyleCnt="7">
        <dgm:presLayoutVars>
          <dgm:chMax val="0"/>
          <dgm:bulletEnabled val="1"/>
        </dgm:presLayoutVars>
      </dgm:prSet>
      <dgm:spPr/>
    </dgm:pt>
    <dgm:pt modelId="{281BEC42-38BA-4097-B331-459373FF6F07}" type="pres">
      <dgm:prSet presAssocID="{4821E72D-31C4-4B15-928B-8D3FA5790238}" presName="nodeRect" presStyleLbl="alignNode1" presStyleIdx="3" presStyleCnt="7">
        <dgm:presLayoutVars>
          <dgm:bulletEnabled val="1"/>
        </dgm:presLayoutVars>
      </dgm:prSet>
      <dgm:spPr/>
    </dgm:pt>
    <dgm:pt modelId="{36D5AEA4-2C01-440B-AFA1-304BFA668D19}" type="pres">
      <dgm:prSet presAssocID="{4439C1BF-EC07-4BE4-ABE1-FA5A154FFA4A}" presName="sibTrans" presStyleCnt="0"/>
      <dgm:spPr/>
    </dgm:pt>
    <dgm:pt modelId="{A31CC934-9D3C-4EA6-AE3C-F853F06389C3}" type="pres">
      <dgm:prSet presAssocID="{701C1EDA-74C2-4CB8-B842-B3A7C5076C11}" presName="compositeNode" presStyleCnt="0">
        <dgm:presLayoutVars>
          <dgm:bulletEnabled val="1"/>
        </dgm:presLayoutVars>
      </dgm:prSet>
      <dgm:spPr/>
    </dgm:pt>
    <dgm:pt modelId="{A9DEC2C2-EA3B-4C86-974D-97D065558A62}" type="pres">
      <dgm:prSet presAssocID="{701C1EDA-74C2-4CB8-B842-B3A7C5076C11}" presName="bgRect" presStyleLbl="alignNode1" presStyleIdx="4" presStyleCnt="7"/>
      <dgm:spPr/>
    </dgm:pt>
    <dgm:pt modelId="{5A5B08DC-6E02-488F-8623-AD959CF2423E}" type="pres">
      <dgm:prSet presAssocID="{E9C2FCC1-3C0C-4F29-9EA1-67FDC44AB5C4}" presName="sibTransNodeRect" presStyleLbl="alignNode1" presStyleIdx="4" presStyleCnt="7">
        <dgm:presLayoutVars>
          <dgm:chMax val="0"/>
          <dgm:bulletEnabled val="1"/>
        </dgm:presLayoutVars>
      </dgm:prSet>
      <dgm:spPr/>
    </dgm:pt>
    <dgm:pt modelId="{74DCCBE0-5936-415A-B2CE-9D81BBF18F7A}" type="pres">
      <dgm:prSet presAssocID="{701C1EDA-74C2-4CB8-B842-B3A7C5076C11}" presName="nodeRect" presStyleLbl="alignNode1" presStyleIdx="4" presStyleCnt="7">
        <dgm:presLayoutVars>
          <dgm:bulletEnabled val="1"/>
        </dgm:presLayoutVars>
      </dgm:prSet>
      <dgm:spPr/>
    </dgm:pt>
    <dgm:pt modelId="{763147E5-C585-47FA-BE9D-C37FAD1F04E2}" type="pres">
      <dgm:prSet presAssocID="{E9C2FCC1-3C0C-4F29-9EA1-67FDC44AB5C4}" presName="sibTrans" presStyleCnt="0"/>
      <dgm:spPr/>
    </dgm:pt>
    <dgm:pt modelId="{B96BA6EE-270B-4FEB-8D29-0698DCA16E75}" type="pres">
      <dgm:prSet presAssocID="{D44D8809-523F-49FD-8B16-8DD64807609B}" presName="compositeNode" presStyleCnt="0">
        <dgm:presLayoutVars>
          <dgm:bulletEnabled val="1"/>
        </dgm:presLayoutVars>
      </dgm:prSet>
      <dgm:spPr/>
    </dgm:pt>
    <dgm:pt modelId="{15D8B872-3FAD-4022-B08D-24068663DB9F}" type="pres">
      <dgm:prSet presAssocID="{D44D8809-523F-49FD-8B16-8DD64807609B}" presName="bgRect" presStyleLbl="alignNode1" presStyleIdx="5" presStyleCnt="7"/>
      <dgm:spPr/>
    </dgm:pt>
    <dgm:pt modelId="{434A9F39-07C0-415B-83B3-D6536396594D}" type="pres">
      <dgm:prSet presAssocID="{20309011-DBFE-4D81-B38D-3E43A500B3DC}" presName="sibTransNodeRect" presStyleLbl="alignNode1" presStyleIdx="5" presStyleCnt="7">
        <dgm:presLayoutVars>
          <dgm:chMax val="0"/>
          <dgm:bulletEnabled val="1"/>
        </dgm:presLayoutVars>
      </dgm:prSet>
      <dgm:spPr/>
    </dgm:pt>
    <dgm:pt modelId="{ABE86F53-E58A-4F53-B19A-13205884ACDF}" type="pres">
      <dgm:prSet presAssocID="{D44D8809-523F-49FD-8B16-8DD64807609B}" presName="nodeRect" presStyleLbl="alignNode1" presStyleIdx="5" presStyleCnt="7">
        <dgm:presLayoutVars>
          <dgm:bulletEnabled val="1"/>
        </dgm:presLayoutVars>
      </dgm:prSet>
      <dgm:spPr/>
    </dgm:pt>
    <dgm:pt modelId="{ED8A7487-FFF0-4ADF-942C-3642BC498F78}" type="pres">
      <dgm:prSet presAssocID="{20309011-DBFE-4D81-B38D-3E43A500B3DC}" presName="sibTrans" presStyleCnt="0"/>
      <dgm:spPr/>
    </dgm:pt>
    <dgm:pt modelId="{9F335BAD-D67B-4242-9984-D2F4A37087FD}" type="pres">
      <dgm:prSet presAssocID="{7D737780-C07E-44E5-87DE-0EFD2EE0AC38}" presName="compositeNode" presStyleCnt="0">
        <dgm:presLayoutVars>
          <dgm:bulletEnabled val="1"/>
        </dgm:presLayoutVars>
      </dgm:prSet>
      <dgm:spPr/>
    </dgm:pt>
    <dgm:pt modelId="{2C2491BD-74CC-4D9E-AD4F-1997FB093CCC}" type="pres">
      <dgm:prSet presAssocID="{7D737780-C07E-44E5-87DE-0EFD2EE0AC38}" presName="bgRect" presStyleLbl="alignNode1" presStyleIdx="6" presStyleCnt="7"/>
      <dgm:spPr/>
    </dgm:pt>
    <dgm:pt modelId="{96C29879-FEC4-462D-9F41-F8572C740B95}" type="pres">
      <dgm:prSet presAssocID="{F0755683-68D4-40D0-982C-DD0FE9515EBC}" presName="sibTransNodeRect" presStyleLbl="alignNode1" presStyleIdx="6" presStyleCnt="7">
        <dgm:presLayoutVars>
          <dgm:chMax val="0"/>
          <dgm:bulletEnabled val="1"/>
        </dgm:presLayoutVars>
      </dgm:prSet>
      <dgm:spPr/>
    </dgm:pt>
    <dgm:pt modelId="{FD27D169-D08F-4816-9998-A5262976ABD4}" type="pres">
      <dgm:prSet presAssocID="{7D737780-C07E-44E5-87DE-0EFD2EE0AC38}" presName="nodeRect" presStyleLbl="alignNode1" presStyleIdx="6" presStyleCnt="7">
        <dgm:presLayoutVars>
          <dgm:bulletEnabled val="1"/>
        </dgm:presLayoutVars>
      </dgm:prSet>
      <dgm:spPr/>
    </dgm:pt>
  </dgm:ptLst>
  <dgm:cxnLst>
    <dgm:cxn modelId="{419D2105-A01F-4FEF-A6AA-80C01C598471}" srcId="{80486E20-7F05-4A23-87EC-1CE7AB798864}" destId="{A6CA406A-37B0-48B8-9840-090B28285E8F}" srcOrd="0" destOrd="0" parTransId="{957FB6AD-3318-4ECB-873A-B0A85BEB3052}" sibTransId="{6F177135-28F6-47CB-8003-452E2716C0D4}"/>
    <dgm:cxn modelId="{64AB8E07-69C7-4CEE-B4E6-43BF607CA94A}" srcId="{80486E20-7F05-4A23-87EC-1CE7AB798864}" destId="{4821E72D-31C4-4B15-928B-8D3FA5790238}" srcOrd="3" destOrd="0" parTransId="{5798DE81-5CA7-4335-8389-76AB53ABB478}" sibTransId="{4439C1BF-EC07-4BE4-ABE1-FA5A154FFA4A}"/>
    <dgm:cxn modelId="{697B9F0B-FF23-4E12-A49E-036CE801AD2F}" srcId="{80486E20-7F05-4A23-87EC-1CE7AB798864}" destId="{603BCFD6-574B-4166-8F97-1E4F790BF5C5}" srcOrd="1" destOrd="0" parTransId="{8A0C1A48-6D7A-47F1-B1FE-11295CA4B329}" sibTransId="{A8C5164F-B41B-45F8-9895-A6A579941FC5}"/>
    <dgm:cxn modelId="{F92AE31A-B177-45DE-A67D-4DF318CA64E1}" type="presOf" srcId="{4821E72D-31C4-4B15-928B-8D3FA5790238}" destId="{8E20497A-AA48-48AB-9C3C-8900233E222D}" srcOrd="0" destOrd="0" presId="urn:microsoft.com/office/officeart/2016/7/layout/LinearBlockProcessNumbered"/>
    <dgm:cxn modelId="{1AD74F25-72C4-4D50-84D2-F0B7B49F9568}" type="presOf" srcId="{D427EB97-6E8E-4A8A-90CB-4DA61B592332}" destId="{100A5BFA-21B0-4349-B94F-496DD53B9C92}" srcOrd="0" destOrd="0" presId="urn:microsoft.com/office/officeart/2016/7/layout/LinearBlockProcessNumbered"/>
    <dgm:cxn modelId="{9B645930-AD19-4724-921F-B9EFF51F72C2}" type="presOf" srcId="{F0755683-68D4-40D0-982C-DD0FE9515EBC}" destId="{96C29879-FEC4-462D-9F41-F8572C740B95}" srcOrd="0" destOrd="0" presId="urn:microsoft.com/office/officeart/2016/7/layout/LinearBlockProcessNumbered"/>
    <dgm:cxn modelId="{8EF03A31-4447-4CFD-8F3C-935000947F9F}" type="presOf" srcId="{D427EB97-6E8E-4A8A-90CB-4DA61B592332}" destId="{45D84EF7-2366-427F-AE0A-A79C2CA8CF89}" srcOrd="1" destOrd="0" presId="urn:microsoft.com/office/officeart/2016/7/layout/LinearBlockProcessNumbered"/>
    <dgm:cxn modelId="{67CF3560-C72A-4D4E-A937-66AC33B01870}" type="presOf" srcId="{603BCFD6-574B-4166-8F97-1E4F790BF5C5}" destId="{DAFFD40A-0D30-4D30-96F2-32E1FE88764F}" srcOrd="1" destOrd="0" presId="urn:microsoft.com/office/officeart/2016/7/layout/LinearBlockProcessNumbered"/>
    <dgm:cxn modelId="{1AEC144D-76A3-4F26-ACD4-9A26A89C388B}" type="presOf" srcId="{A8C5164F-B41B-45F8-9895-A6A579941FC5}" destId="{B89118F3-66AF-4D44-AA60-785FB6326318}" srcOrd="0" destOrd="0" presId="urn:microsoft.com/office/officeart/2016/7/layout/LinearBlockProcessNumbered"/>
    <dgm:cxn modelId="{92030470-FBC3-466B-B73F-EA5A9E4BD06F}" srcId="{80486E20-7F05-4A23-87EC-1CE7AB798864}" destId="{D44D8809-523F-49FD-8B16-8DD64807609B}" srcOrd="5" destOrd="0" parTransId="{FF58028B-9CC5-4751-AC31-BAADB82CE9E8}" sibTransId="{20309011-DBFE-4D81-B38D-3E43A500B3DC}"/>
    <dgm:cxn modelId="{D0FA5273-3374-4211-BA00-52996B46E6BD}" type="presOf" srcId="{603BCFD6-574B-4166-8F97-1E4F790BF5C5}" destId="{BA0B102E-DAF2-4ABC-AC15-A8364F18113E}" srcOrd="0" destOrd="0" presId="urn:microsoft.com/office/officeart/2016/7/layout/LinearBlockProcessNumbered"/>
    <dgm:cxn modelId="{16B7D07E-DE6E-466A-9A14-EEA713EBD756}" type="presOf" srcId="{4821E72D-31C4-4B15-928B-8D3FA5790238}" destId="{281BEC42-38BA-4097-B331-459373FF6F07}" srcOrd="1" destOrd="0" presId="urn:microsoft.com/office/officeart/2016/7/layout/LinearBlockProcessNumbered"/>
    <dgm:cxn modelId="{104DBD81-91C0-45D4-B2C9-8C13F0C5E6F0}" srcId="{80486E20-7F05-4A23-87EC-1CE7AB798864}" destId="{D427EB97-6E8E-4A8A-90CB-4DA61B592332}" srcOrd="2" destOrd="0" parTransId="{2F71A3D2-1175-4EEF-AB52-84C3C20B66FE}" sibTransId="{4A1C5099-BB08-4854-B463-9A8F4A65E120}"/>
    <dgm:cxn modelId="{3C26E883-DD6E-4F47-86F0-F129C77D6BA9}" type="presOf" srcId="{4A1C5099-BB08-4854-B463-9A8F4A65E120}" destId="{2B2266C7-373B-4FAA-AE1A-EF84259E36C4}" srcOrd="0" destOrd="0" presId="urn:microsoft.com/office/officeart/2016/7/layout/LinearBlockProcessNumbered"/>
    <dgm:cxn modelId="{44479F86-CC9F-47AF-935A-175CE3C36311}" type="presOf" srcId="{D44D8809-523F-49FD-8B16-8DD64807609B}" destId="{ABE86F53-E58A-4F53-B19A-13205884ACDF}" srcOrd="1" destOrd="0" presId="urn:microsoft.com/office/officeart/2016/7/layout/LinearBlockProcessNumbered"/>
    <dgm:cxn modelId="{DC3C1888-5868-4E85-BD71-CDD162D151B7}" type="presOf" srcId="{701C1EDA-74C2-4CB8-B842-B3A7C5076C11}" destId="{74DCCBE0-5936-415A-B2CE-9D81BBF18F7A}" srcOrd="1" destOrd="0" presId="urn:microsoft.com/office/officeart/2016/7/layout/LinearBlockProcessNumbered"/>
    <dgm:cxn modelId="{FEEE5F91-792B-4441-BA92-2B2D20DAA2BA}" type="presOf" srcId="{7D737780-C07E-44E5-87DE-0EFD2EE0AC38}" destId="{2C2491BD-74CC-4D9E-AD4F-1997FB093CCC}" srcOrd="0" destOrd="0" presId="urn:microsoft.com/office/officeart/2016/7/layout/LinearBlockProcessNumbered"/>
    <dgm:cxn modelId="{3F846497-DB9F-4E9E-BB5B-43CF7248763E}" type="presOf" srcId="{6F177135-28F6-47CB-8003-452E2716C0D4}" destId="{CAE9651D-33FB-4165-8F84-72689FBCD06E}" srcOrd="0" destOrd="0" presId="urn:microsoft.com/office/officeart/2016/7/layout/LinearBlockProcessNumbered"/>
    <dgm:cxn modelId="{DC87DBA3-F6D0-4123-8D23-DE28C39B5D18}" type="presOf" srcId="{D44D8809-523F-49FD-8B16-8DD64807609B}" destId="{15D8B872-3FAD-4022-B08D-24068663DB9F}" srcOrd="0" destOrd="0" presId="urn:microsoft.com/office/officeart/2016/7/layout/LinearBlockProcessNumbered"/>
    <dgm:cxn modelId="{C353F1A8-FDBC-4208-A30A-F2347B01577A}" type="presOf" srcId="{20309011-DBFE-4D81-B38D-3E43A500B3DC}" destId="{434A9F39-07C0-415B-83B3-D6536396594D}" srcOrd="0" destOrd="0" presId="urn:microsoft.com/office/officeart/2016/7/layout/LinearBlockProcessNumbered"/>
    <dgm:cxn modelId="{CB13E6B1-6BA4-4F8A-9B7B-89A2D1053315}" type="presOf" srcId="{A6CA406A-37B0-48B8-9840-090B28285E8F}" destId="{DC0C018B-5739-4AEC-8AA0-C65D778F8C06}" srcOrd="0" destOrd="0" presId="urn:microsoft.com/office/officeart/2016/7/layout/LinearBlockProcessNumbered"/>
    <dgm:cxn modelId="{EF9A08BB-43BF-4C64-A863-8E7F75B7C8AC}" type="presOf" srcId="{A6CA406A-37B0-48B8-9840-090B28285E8F}" destId="{874C9FDE-864B-4674-810C-5D0E3D43B4A8}" srcOrd="1" destOrd="0" presId="urn:microsoft.com/office/officeart/2016/7/layout/LinearBlockProcessNumbered"/>
    <dgm:cxn modelId="{8DD11CBB-0E56-40CD-BB55-A6B39553DD2E}" type="presOf" srcId="{E9C2FCC1-3C0C-4F29-9EA1-67FDC44AB5C4}" destId="{5A5B08DC-6E02-488F-8623-AD959CF2423E}" srcOrd="0" destOrd="0" presId="urn:microsoft.com/office/officeart/2016/7/layout/LinearBlockProcessNumbered"/>
    <dgm:cxn modelId="{F69EE2C0-5D75-43E7-849D-EEEC2D013A7A}" srcId="{80486E20-7F05-4A23-87EC-1CE7AB798864}" destId="{701C1EDA-74C2-4CB8-B842-B3A7C5076C11}" srcOrd="4" destOrd="0" parTransId="{E9430F72-A080-4513-A805-472AD4E31D5D}" sibTransId="{E9C2FCC1-3C0C-4F29-9EA1-67FDC44AB5C4}"/>
    <dgm:cxn modelId="{F49F1EC1-15C8-4339-8BCD-C9EACE11121E}" type="presOf" srcId="{4439C1BF-EC07-4BE4-ABE1-FA5A154FFA4A}" destId="{28C03A08-5D1A-424B-B1E9-9CAA51108264}" srcOrd="0" destOrd="0" presId="urn:microsoft.com/office/officeart/2016/7/layout/LinearBlockProcessNumbered"/>
    <dgm:cxn modelId="{9514BAC1-C68C-450F-AE7A-4FAF740F9D76}" type="presOf" srcId="{701C1EDA-74C2-4CB8-B842-B3A7C5076C11}" destId="{A9DEC2C2-EA3B-4C86-974D-97D065558A62}" srcOrd="0" destOrd="0" presId="urn:microsoft.com/office/officeart/2016/7/layout/LinearBlockProcessNumbered"/>
    <dgm:cxn modelId="{AACC1FCF-A6E1-4485-B920-B410919B83B9}" type="presOf" srcId="{80486E20-7F05-4A23-87EC-1CE7AB798864}" destId="{F3F33E2C-4AC4-470D-B1F4-5581061A8A51}" srcOrd="0" destOrd="0" presId="urn:microsoft.com/office/officeart/2016/7/layout/LinearBlockProcessNumbered"/>
    <dgm:cxn modelId="{821AB5D8-C0C5-475E-B27E-3B534B99D599}" type="presOf" srcId="{7D737780-C07E-44E5-87DE-0EFD2EE0AC38}" destId="{FD27D169-D08F-4816-9998-A5262976ABD4}" srcOrd="1" destOrd="0" presId="urn:microsoft.com/office/officeart/2016/7/layout/LinearBlockProcessNumbered"/>
    <dgm:cxn modelId="{7076E7FA-AAFD-452E-ACF1-AD0636AC06EB}" srcId="{80486E20-7F05-4A23-87EC-1CE7AB798864}" destId="{7D737780-C07E-44E5-87DE-0EFD2EE0AC38}" srcOrd="6" destOrd="0" parTransId="{6D40286D-5C55-4F76-9F2D-156375FDDB52}" sibTransId="{F0755683-68D4-40D0-982C-DD0FE9515EBC}"/>
    <dgm:cxn modelId="{C96F3316-35B2-4922-91CB-8E4EC46C9A34}" type="presParOf" srcId="{F3F33E2C-4AC4-470D-B1F4-5581061A8A51}" destId="{C933AF17-7535-4D44-8E36-EA2163ED6C02}" srcOrd="0" destOrd="0" presId="urn:microsoft.com/office/officeart/2016/7/layout/LinearBlockProcessNumbered"/>
    <dgm:cxn modelId="{1A21F6DC-5221-4129-A139-622E208D7A69}" type="presParOf" srcId="{C933AF17-7535-4D44-8E36-EA2163ED6C02}" destId="{DC0C018B-5739-4AEC-8AA0-C65D778F8C06}" srcOrd="0" destOrd="0" presId="urn:microsoft.com/office/officeart/2016/7/layout/LinearBlockProcessNumbered"/>
    <dgm:cxn modelId="{2D3A4F45-CDE3-41CB-A6C1-7F7C060670D4}" type="presParOf" srcId="{C933AF17-7535-4D44-8E36-EA2163ED6C02}" destId="{CAE9651D-33FB-4165-8F84-72689FBCD06E}" srcOrd="1" destOrd="0" presId="urn:microsoft.com/office/officeart/2016/7/layout/LinearBlockProcessNumbered"/>
    <dgm:cxn modelId="{B86196CE-87C7-46C3-B123-A7B0AF5C4713}" type="presParOf" srcId="{C933AF17-7535-4D44-8E36-EA2163ED6C02}" destId="{874C9FDE-864B-4674-810C-5D0E3D43B4A8}" srcOrd="2" destOrd="0" presId="urn:microsoft.com/office/officeart/2016/7/layout/LinearBlockProcessNumbered"/>
    <dgm:cxn modelId="{F61002CB-8FE3-44E5-9D28-162F3184D2E7}" type="presParOf" srcId="{F3F33E2C-4AC4-470D-B1F4-5581061A8A51}" destId="{521EB9E1-A3C4-41CA-8570-9EE2CF43E4EF}" srcOrd="1" destOrd="0" presId="urn:microsoft.com/office/officeart/2016/7/layout/LinearBlockProcessNumbered"/>
    <dgm:cxn modelId="{E42C8409-F816-4B23-A54C-7F8C79B89404}" type="presParOf" srcId="{F3F33E2C-4AC4-470D-B1F4-5581061A8A51}" destId="{23733DE2-ACEE-4F8A-B556-3A20464C52BC}" srcOrd="2" destOrd="0" presId="urn:microsoft.com/office/officeart/2016/7/layout/LinearBlockProcessNumbered"/>
    <dgm:cxn modelId="{298F6262-D952-437D-A256-2937316E1331}" type="presParOf" srcId="{23733DE2-ACEE-4F8A-B556-3A20464C52BC}" destId="{BA0B102E-DAF2-4ABC-AC15-A8364F18113E}" srcOrd="0" destOrd="0" presId="urn:microsoft.com/office/officeart/2016/7/layout/LinearBlockProcessNumbered"/>
    <dgm:cxn modelId="{8BA9E24B-37F2-47CA-9251-F182E2FCA1E3}" type="presParOf" srcId="{23733DE2-ACEE-4F8A-B556-3A20464C52BC}" destId="{B89118F3-66AF-4D44-AA60-785FB6326318}" srcOrd="1" destOrd="0" presId="urn:microsoft.com/office/officeart/2016/7/layout/LinearBlockProcessNumbered"/>
    <dgm:cxn modelId="{D4BFF9BD-52C1-47E5-AB28-9AEAA543D0F1}" type="presParOf" srcId="{23733DE2-ACEE-4F8A-B556-3A20464C52BC}" destId="{DAFFD40A-0D30-4D30-96F2-32E1FE88764F}" srcOrd="2" destOrd="0" presId="urn:microsoft.com/office/officeart/2016/7/layout/LinearBlockProcessNumbered"/>
    <dgm:cxn modelId="{C5E121D1-F108-4042-A309-E47E5CA0701C}" type="presParOf" srcId="{F3F33E2C-4AC4-470D-B1F4-5581061A8A51}" destId="{56F5F028-291F-4A8F-86A7-7EDC2A42DCCB}" srcOrd="3" destOrd="0" presId="urn:microsoft.com/office/officeart/2016/7/layout/LinearBlockProcessNumbered"/>
    <dgm:cxn modelId="{09B7E128-0A47-40D9-A104-5267B360FB06}" type="presParOf" srcId="{F3F33E2C-4AC4-470D-B1F4-5581061A8A51}" destId="{44A63D0C-FDB2-4A70-8D01-B0E4320CD41E}" srcOrd="4" destOrd="0" presId="urn:microsoft.com/office/officeart/2016/7/layout/LinearBlockProcessNumbered"/>
    <dgm:cxn modelId="{6F85A7EF-B5B2-4AFD-83CE-907B70563956}" type="presParOf" srcId="{44A63D0C-FDB2-4A70-8D01-B0E4320CD41E}" destId="{100A5BFA-21B0-4349-B94F-496DD53B9C92}" srcOrd="0" destOrd="0" presId="urn:microsoft.com/office/officeart/2016/7/layout/LinearBlockProcessNumbered"/>
    <dgm:cxn modelId="{49529799-2BA2-476F-9D10-E254ABEA4B66}" type="presParOf" srcId="{44A63D0C-FDB2-4A70-8D01-B0E4320CD41E}" destId="{2B2266C7-373B-4FAA-AE1A-EF84259E36C4}" srcOrd="1" destOrd="0" presId="urn:microsoft.com/office/officeart/2016/7/layout/LinearBlockProcessNumbered"/>
    <dgm:cxn modelId="{3E298981-0DB3-4208-B485-7863524D74E0}" type="presParOf" srcId="{44A63D0C-FDB2-4A70-8D01-B0E4320CD41E}" destId="{45D84EF7-2366-427F-AE0A-A79C2CA8CF89}" srcOrd="2" destOrd="0" presId="urn:microsoft.com/office/officeart/2016/7/layout/LinearBlockProcessNumbered"/>
    <dgm:cxn modelId="{1C646580-D6BD-4174-9DFE-90CE819B4B21}" type="presParOf" srcId="{F3F33E2C-4AC4-470D-B1F4-5581061A8A51}" destId="{D5C95CF5-1558-4254-B8CF-B99858C4EF20}" srcOrd="5" destOrd="0" presId="urn:microsoft.com/office/officeart/2016/7/layout/LinearBlockProcessNumbered"/>
    <dgm:cxn modelId="{F01CDBC2-B1A3-437F-9694-6622827B6D3E}" type="presParOf" srcId="{F3F33E2C-4AC4-470D-B1F4-5581061A8A51}" destId="{CD937F77-E4DB-4CD6-9567-9F294F1BFB5B}" srcOrd="6" destOrd="0" presId="urn:microsoft.com/office/officeart/2016/7/layout/LinearBlockProcessNumbered"/>
    <dgm:cxn modelId="{ED28A7E0-09D4-459F-A018-DEB53B335E1E}" type="presParOf" srcId="{CD937F77-E4DB-4CD6-9567-9F294F1BFB5B}" destId="{8E20497A-AA48-48AB-9C3C-8900233E222D}" srcOrd="0" destOrd="0" presId="urn:microsoft.com/office/officeart/2016/7/layout/LinearBlockProcessNumbered"/>
    <dgm:cxn modelId="{59D2E201-51FD-46D2-956A-80CCE129B36C}" type="presParOf" srcId="{CD937F77-E4DB-4CD6-9567-9F294F1BFB5B}" destId="{28C03A08-5D1A-424B-B1E9-9CAA51108264}" srcOrd="1" destOrd="0" presId="urn:microsoft.com/office/officeart/2016/7/layout/LinearBlockProcessNumbered"/>
    <dgm:cxn modelId="{E8083F6B-B68C-4C23-9710-5F973C05FEAB}" type="presParOf" srcId="{CD937F77-E4DB-4CD6-9567-9F294F1BFB5B}" destId="{281BEC42-38BA-4097-B331-459373FF6F07}" srcOrd="2" destOrd="0" presId="urn:microsoft.com/office/officeart/2016/7/layout/LinearBlockProcessNumbered"/>
    <dgm:cxn modelId="{0A1D6B24-CE23-4FE8-B496-EA085CE231CD}" type="presParOf" srcId="{F3F33E2C-4AC4-470D-B1F4-5581061A8A51}" destId="{36D5AEA4-2C01-440B-AFA1-304BFA668D19}" srcOrd="7" destOrd="0" presId="urn:microsoft.com/office/officeart/2016/7/layout/LinearBlockProcessNumbered"/>
    <dgm:cxn modelId="{DA891E48-72E1-4193-AD45-D6AA3F1E5E94}" type="presParOf" srcId="{F3F33E2C-4AC4-470D-B1F4-5581061A8A51}" destId="{A31CC934-9D3C-4EA6-AE3C-F853F06389C3}" srcOrd="8" destOrd="0" presId="urn:microsoft.com/office/officeart/2016/7/layout/LinearBlockProcessNumbered"/>
    <dgm:cxn modelId="{9401B45F-9208-4242-A659-D9FE1B2F6663}" type="presParOf" srcId="{A31CC934-9D3C-4EA6-AE3C-F853F06389C3}" destId="{A9DEC2C2-EA3B-4C86-974D-97D065558A62}" srcOrd="0" destOrd="0" presId="urn:microsoft.com/office/officeart/2016/7/layout/LinearBlockProcessNumbered"/>
    <dgm:cxn modelId="{C5AC3290-6025-4871-9C57-D1CEE40422E8}" type="presParOf" srcId="{A31CC934-9D3C-4EA6-AE3C-F853F06389C3}" destId="{5A5B08DC-6E02-488F-8623-AD959CF2423E}" srcOrd="1" destOrd="0" presId="urn:microsoft.com/office/officeart/2016/7/layout/LinearBlockProcessNumbered"/>
    <dgm:cxn modelId="{290600A0-11DE-40AE-B8D4-2FF38DEE5686}" type="presParOf" srcId="{A31CC934-9D3C-4EA6-AE3C-F853F06389C3}" destId="{74DCCBE0-5936-415A-B2CE-9D81BBF18F7A}" srcOrd="2" destOrd="0" presId="urn:microsoft.com/office/officeart/2016/7/layout/LinearBlockProcessNumbered"/>
    <dgm:cxn modelId="{5CF29858-4135-41D3-BBBD-7F6A2E3A8D4C}" type="presParOf" srcId="{F3F33E2C-4AC4-470D-B1F4-5581061A8A51}" destId="{763147E5-C585-47FA-BE9D-C37FAD1F04E2}" srcOrd="9" destOrd="0" presId="urn:microsoft.com/office/officeart/2016/7/layout/LinearBlockProcessNumbered"/>
    <dgm:cxn modelId="{B2B368AE-7256-4A76-869F-76655AFF1898}" type="presParOf" srcId="{F3F33E2C-4AC4-470D-B1F4-5581061A8A51}" destId="{B96BA6EE-270B-4FEB-8D29-0698DCA16E75}" srcOrd="10" destOrd="0" presId="urn:microsoft.com/office/officeart/2016/7/layout/LinearBlockProcessNumbered"/>
    <dgm:cxn modelId="{862269CB-8ACD-44D3-AA66-59B3E2010C94}" type="presParOf" srcId="{B96BA6EE-270B-4FEB-8D29-0698DCA16E75}" destId="{15D8B872-3FAD-4022-B08D-24068663DB9F}" srcOrd="0" destOrd="0" presId="urn:microsoft.com/office/officeart/2016/7/layout/LinearBlockProcessNumbered"/>
    <dgm:cxn modelId="{819E16BC-49DB-426B-B4A8-0DC81DF3DB42}" type="presParOf" srcId="{B96BA6EE-270B-4FEB-8D29-0698DCA16E75}" destId="{434A9F39-07C0-415B-83B3-D6536396594D}" srcOrd="1" destOrd="0" presId="urn:microsoft.com/office/officeart/2016/7/layout/LinearBlockProcessNumbered"/>
    <dgm:cxn modelId="{9F405B11-16B7-4BDA-88EB-FC99F2C9EF7E}" type="presParOf" srcId="{B96BA6EE-270B-4FEB-8D29-0698DCA16E75}" destId="{ABE86F53-E58A-4F53-B19A-13205884ACDF}" srcOrd="2" destOrd="0" presId="urn:microsoft.com/office/officeart/2016/7/layout/LinearBlockProcessNumbered"/>
    <dgm:cxn modelId="{BBF51CF5-811B-457A-9FE5-33B43B92C515}" type="presParOf" srcId="{F3F33E2C-4AC4-470D-B1F4-5581061A8A51}" destId="{ED8A7487-FFF0-4ADF-942C-3642BC498F78}" srcOrd="11" destOrd="0" presId="urn:microsoft.com/office/officeart/2016/7/layout/LinearBlockProcessNumbered"/>
    <dgm:cxn modelId="{4E66FB08-C251-42AC-AB1D-FF5279CBA998}" type="presParOf" srcId="{F3F33E2C-4AC4-470D-B1F4-5581061A8A51}" destId="{9F335BAD-D67B-4242-9984-D2F4A37087FD}" srcOrd="12" destOrd="0" presId="urn:microsoft.com/office/officeart/2016/7/layout/LinearBlockProcessNumbered"/>
    <dgm:cxn modelId="{09B556B8-17E9-4026-9AA4-25906CCB9C87}" type="presParOf" srcId="{9F335BAD-D67B-4242-9984-D2F4A37087FD}" destId="{2C2491BD-74CC-4D9E-AD4F-1997FB093CCC}" srcOrd="0" destOrd="0" presId="urn:microsoft.com/office/officeart/2016/7/layout/LinearBlockProcessNumbered"/>
    <dgm:cxn modelId="{9244428F-0237-4FD8-A741-2DCEBDC8F149}" type="presParOf" srcId="{9F335BAD-D67B-4242-9984-D2F4A37087FD}" destId="{96C29879-FEC4-462D-9F41-F8572C740B95}" srcOrd="1" destOrd="0" presId="urn:microsoft.com/office/officeart/2016/7/layout/LinearBlockProcessNumbered"/>
    <dgm:cxn modelId="{4DB7A91D-9F33-494D-8389-350BD7938964}" type="presParOf" srcId="{9F335BAD-D67B-4242-9984-D2F4A37087FD}" destId="{FD27D169-D08F-4816-9998-A5262976ABD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69F6F7-0CEB-432D-9837-FDF5608802B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052DC7-087C-4474-895C-B9F721C33E6F}">
      <dgm:prSet/>
      <dgm:spPr/>
      <dgm:t>
        <a:bodyPr/>
        <a:lstStyle/>
        <a:p>
          <a:r>
            <a:rPr lang="en-US"/>
            <a:t>Neural networks perform extremely well but lack transparency.</a:t>
          </a:r>
        </a:p>
      </dgm:t>
    </dgm:pt>
    <dgm:pt modelId="{F28D6FDB-2499-4698-B4E8-06E0D6A3DCD9}" type="parTrans" cxnId="{4F0F1D81-401C-4B30-9D19-0A9E93B15C92}">
      <dgm:prSet/>
      <dgm:spPr/>
      <dgm:t>
        <a:bodyPr/>
        <a:lstStyle/>
        <a:p>
          <a:endParaRPr lang="en-US"/>
        </a:p>
      </dgm:t>
    </dgm:pt>
    <dgm:pt modelId="{D3136E94-ADE7-4E9C-80B1-547EAC2C2A52}" type="sibTrans" cxnId="{4F0F1D81-401C-4B30-9D19-0A9E93B15C92}">
      <dgm:prSet/>
      <dgm:spPr/>
      <dgm:t>
        <a:bodyPr/>
        <a:lstStyle/>
        <a:p>
          <a:endParaRPr lang="en-US"/>
        </a:p>
      </dgm:t>
    </dgm:pt>
    <dgm:pt modelId="{5A5555E4-DD4E-450B-9A7C-5E063E3A2CD9}">
      <dgm:prSet/>
      <dgm:spPr/>
      <dgm:t>
        <a:bodyPr/>
        <a:lstStyle/>
        <a:p>
          <a:r>
            <a:rPr lang="en-US"/>
            <a:t>Interpretability increases trust, safety, and debuggability.</a:t>
          </a:r>
        </a:p>
      </dgm:t>
    </dgm:pt>
    <dgm:pt modelId="{42C31144-BA62-415B-B115-3101DD51C247}" type="parTrans" cxnId="{689912F3-C5F0-4635-9191-FB373305BBB0}">
      <dgm:prSet/>
      <dgm:spPr/>
      <dgm:t>
        <a:bodyPr/>
        <a:lstStyle/>
        <a:p>
          <a:endParaRPr lang="en-US"/>
        </a:p>
      </dgm:t>
    </dgm:pt>
    <dgm:pt modelId="{D6066497-0CF6-4523-9A81-508520BBBC13}" type="sibTrans" cxnId="{689912F3-C5F0-4635-9191-FB373305BBB0}">
      <dgm:prSet/>
      <dgm:spPr/>
      <dgm:t>
        <a:bodyPr/>
        <a:lstStyle/>
        <a:p>
          <a:endParaRPr lang="en-US"/>
        </a:p>
      </dgm:t>
    </dgm:pt>
    <dgm:pt modelId="{B4F3FCAD-5FFD-4977-9C4B-D88B1EFD12FC}">
      <dgm:prSet/>
      <dgm:spPr/>
      <dgm:t>
        <a:bodyPr/>
        <a:lstStyle/>
        <a:p>
          <a:r>
            <a:rPr lang="en-US"/>
            <a:t>For vision tasks, visual explanations like heatmaps are the most intuitive.</a:t>
          </a:r>
        </a:p>
      </dgm:t>
    </dgm:pt>
    <dgm:pt modelId="{3BAE6C18-020B-4E05-BE1C-5AB6A546BFA5}" type="parTrans" cxnId="{DC604411-28C3-4CA6-BB74-CDDF438BADE8}">
      <dgm:prSet/>
      <dgm:spPr/>
      <dgm:t>
        <a:bodyPr/>
        <a:lstStyle/>
        <a:p>
          <a:endParaRPr lang="en-US"/>
        </a:p>
      </dgm:t>
    </dgm:pt>
    <dgm:pt modelId="{E22812B1-25B9-4104-ABB7-7EEB42F70AD6}" type="sibTrans" cxnId="{DC604411-28C3-4CA6-BB74-CDDF438BADE8}">
      <dgm:prSet/>
      <dgm:spPr/>
      <dgm:t>
        <a:bodyPr/>
        <a:lstStyle/>
        <a:p>
          <a:endParaRPr lang="en-US"/>
        </a:p>
      </dgm:t>
    </dgm:pt>
    <dgm:pt modelId="{C879E1EA-5057-47BA-AF38-56715824A4B2}">
      <dgm:prSet/>
      <dgm:spPr/>
      <dgm:t>
        <a:bodyPr/>
        <a:lstStyle/>
        <a:p>
          <a:r>
            <a:rPr lang="en-US"/>
            <a:t>Grad-CAM allows us to “look inside” a CNN without changing its architecture.</a:t>
          </a:r>
        </a:p>
      </dgm:t>
    </dgm:pt>
    <dgm:pt modelId="{78ACA54B-E651-4985-9AFF-B98AC25E7C23}" type="parTrans" cxnId="{0B1D2B04-E691-4CF4-ABC8-8F45C28990D3}">
      <dgm:prSet/>
      <dgm:spPr/>
      <dgm:t>
        <a:bodyPr/>
        <a:lstStyle/>
        <a:p>
          <a:endParaRPr lang="en-US"/>
        </a:p>
      </dgm:t>
    </dgm:pt>
    <dgm:pt modelId="{EB273D8C-9E46-487F-8189-A6967A5B8EC4}" type="sibTrans" cxnId="{0B1D2B04-E691-4CF4-ABC8-8F45C28990D3}">
      <dgm:prSet/>
      <dgm:spPr/>
      <dgm:t>
        <a:bodyPr/>
        <a:lstStyle/>
        <a:p>
          <a:endParaRPr lang="en-US"/>
        </a:p>
      </dgm:t>
    </dgm:pt>
    <dgm:pt modelId="{A09CA614-5481-48AE-955A-298C0FDE5C35}" type="pres">
      <dgm:prSet presAssocID="{7F69F6F7-0CEB-432D-9837-FDF5608802BA}" presName="outerComposite" presStyleCnt="0">
        <dgm:presLayoutVars>
          <dgm:chMax val="5"/>
          <dgm:dir/>
          <dgm:resizeHandles val="exact"/>
        </dgm:presLayoutVars>
      </dgm:prSet>
      <dgm:spPr/>
    </dgm:pt>
    <dgm:pt modelId="{E7BE34AD-714C-4590-BB9C-329B13267BD0}" type="pres">
      <dgm:prSet presAssocID="{7F69F6F7-0CEB-432D-9837-FDF5608802BA}" presName="dummyMaxCanvas" presStyleCnt="0">
        <dgm:presLayoutVars/>
      </dgm:prSet>
      <dgm:spPr/>
    </dgm:pt>
    <dgm:pt modelId="{FA37CAD0-8983-4DC5-9B8C-8302E0C447B4}" type="pres">
      <dgm:prSet presAssocID="{7F69F6F7-0CEB-432D-9837-FDF5608802BA}" presName="FourNodes_1" presStyleLbl="node1" presStyleIdx="0" presStyleCnt="4">
        <dgm:presLayoutVars>
          <dgm:bulletEnabled val="1"/>
        </dgm:presLayoutVars>
      </dgm:prSet>
      <dgm:spPr/>
    </dgm:pt>
    <dgm:pt modelId="{25C420C2-34B5-4451-B613-D020FBC463E8}" type="pres">
      <dgm:prSet presAssocID="{7F69F6F7-0CEB-432D-9837-FDF5608802BA}" presName="FourNodes_2" presStyleLbl="node1" presStyleIdx="1" presStyleCnt="4">
        <dgm:presLayoutVars>
          <dgm:bulletEnabled val="1"/>
        </dgm:presLayoutVars>
      </dgm:prSet>
      <dgm:spPr/>
    </dgm:pt>
    <dgm:pt modelId="{E211BAF8-FB10-419B-A87A-B6924BF073E1}" type="pres">
      <dgm:prSet presAssocID="{7F69F6F7-0CEB-432D-9837-FDF5608802BA}" presName="FourNodes_3" presStyleLbl="node1" presStyleIdx="2" presStyleCnt="4">
        <dgm:presLayoutVars>
          <dgm:bulletEnabled val="1"/>
        </dgm:presLayoutVars>
      </dgm:prSet>
      <dgm:spPr/>
    </dgm:pt>
    <dgm:pt modelId="{110A3EDE-838B-4B66-A054-08D4F63F4B02}" type="pres">
      <dgm:prSet presAssocID="{7F69F6F7-0CEB-432D-9837-FDF5608802BA}" presName="FourNodes_4" presStyleLbl="node1" presStyleIdx="3" presStyleCnt="4">
        <dgm:presLayoutVars>
          <dgm:bulletEnabled val="1"/>
        </dgm:presLayoutVars>
      </dgm:prSet>
      <dgm:spPr/>
    </dgm:pt>
    <dgm:pt modelId="{E856E022-DE7A-4336-BD74-AC57FD2DA5CC}" type="pres">
      <dgm:prSet presAssocID="{7F69F6F7-0CEB-432D-9837-FDF5608802BA}" presName="FourConn_1-2" presStyleLbl="fgAccFollowNode1" presStyleIdx="0" presStyleCnt="3">
        <dgm:presLayoutVars>
          <dgm:bulletEnabled val="1"/>
        </dgm:presLayoutVars>
      </dgm:prSet>
      <dgm:spPr/>
    </dgm:pt>
    <dgm:pt modelId="{4322DA49-14DE-4A4F-B5E7-1A80F352C038}" type="pres">
      <dgm:prSet presAssocID="{7F69F6F7-0CEB-432D-9837-FDF5608802BA}" presName="FourConn_2-3" presStyleLbl="fgAccFollowNode1" presStyleIdx="1" presStyleCnt="3">
        <dgm:presLayoutVars>
          <dgm:bulletEnabled val="1"/>
        </dgm:presLayoutVars>
      </dgm:prSet>
      <dgm:spPr/>
    </dgm:pt>
    <dgm:pt modelId="{C6FF8814-BAE2-4403-B6E5-B8981FBA47F3}" type="pres">
      <dgm:prSet presAssocID="{7F69F6F7-0CEB-432D-9837-FDF5608802BA}" presName="FourConn_3-4" presStyleLbl="fgAccFollowNode1" presStyleIdx="2" presStyleCnt="3">
        <dgm:presLayoutVars>
          <dgm:bulletEnabled val="1"/>
        </dgm:presLayoutVars>
      </dgm:prSet>
      <dgm:spPr/>
    </dgm:pt>
    <dgm:pt modelId="{984DFF5D-1A19-4B38-A796-B7B7F28E5F02}" type="pres">
      <dgm:prSet presAssocID="{7F69F6F7-0CEB-432D-9837-FDF5608802BA}" presName="FourNodes_1_text" presStyleLbl="node1" presStyleIdx="3" presStyleCnt="4">
        <dgm:presLayoutVars>
          <dgm:bulletEnabled val="1"/>
        </dgm:presLayoutVars>
      </dgm:prSet>
      <dgm:spPr/>
    </dgm:pt>
    <dgm:pt modelId="{AAC69A42-055B-4DEF-9E14-E2AA7F38D586}" type="pres">
      <dgm:prSet presAssocID="{7F69F6F7-0CEB-432D-9837-FDF5608802BA}" presName="FourNodes_2_text" presStyleLbl="node1" presStyleIdx="3" presStyleCnt="4">
        <dgm:presLayoutVars>
          <dgm:bulletEnabled val="1"/>
        </dgm:presLayoutVars>
      </dgm:prSet>
      <dgm:spPr/>
    </dgm:pt>
    <dgm:pt modelId="{CD295FF2-2EB2-40F2-B1A6-1BA596E38270}" type="pres">
      <dgm:prSet presAssocID="{7F69F6F7-0CEB-432D-9837-FDF5608802BA}" presName="FourNodes_3_text" presStyleLbl="node1" presStyleIdx="3" presStyleCnt="4">
        <dgm:presLayoutVars>
          <dgm:bulletEnabled val="1"/>
        </dgm:presLayoutVars>
      </dgm:prSet>
      <dgm:spPr/>
    </dgm:pt>
    <dgm:pt modelId="{A90CFFBA-D24A-4A67-900B-3A31FE08A48D}" type="pres">
      <dgm:prSet presAssocID="{7F69F6F7-0CEB-432D-9837-FDF5608802B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B1D2B04-E691-4CF4-ABC8-8F45C28990D3}" srcId="{7F69F6F7-0CEB-432D-9837-FDF5608802BA}" destId="{C879E1EA-5057-47BA-AF38-56715824A4B2}" srcOrd="3" destOrd="0" parTransId="{78ACA54B-E651-4985-9AFF-B98AC25E7C23}" sibTransId="{EB273D8C-9E46-487F-8189-A6967A5B8EC4}"/>
    <dgm:cxn modelId="{DC604411-28C3-4CA6-BB74-CDDF438BADE8}" srcId="{7F69F6F7-0CEB-432D-9837-FDF5608802BA}" destId="{B4F3FCAD-5FFD-4977-9C4B-D88B1EFD12FC}" srcOrd="2" destOrd="0" parTransId="{3BAE6C18-020B-4E05-BE1C-5AB6A546BFA5}" sibTransId="{E22812B1-25B9-4104-ABB7-7EEB42F70AD6}"/>
    <dgm:cxn modelId="{54DB9224-B020-49C4-9059-B3E9CE6E194B}" type="presOf" srcId="{0C052DC7-087C-4474-895C-B9F721C33E6F}" destId="{984DFF5D-1A19-4B38-A796-B7B7F28E5F02}" srcOrd="1" destOrd="0" presId="urn:microsoft.com/office/officeart/2005/8/layout/vProcess5"/>
    <dgm:cxn modelId="{ABF2AF61-E486-4C67-A662-0A7CB42FDD43}" type="presOf" srcId="{D6066497-0CF6-4523-9A81-508520BBBC13}" destId="{4322DA49-14DE-4A4F-B5E7-1A80F352C038}" srcOrd="0" destOrd="0" presId="urn:microsoft.com/office/officeart/2005/8/layout/vProcess5"/>
    <dgm:cxn modelId="{72F97C44-4474-451A-BCC9-53AFFD00CC72}" type="presOf" srcId="{E22812B1-25B9-4104-ABB7-7EEB42F70AD6}" destId="{C6FF8814-BAE2-4403-B6E5-B8981FBA47F3}" srcOrd="0" destOrd="0" presId="urn:microsoft.com/office/officeart/2005/8/layout/vProcess5"/>
    <dgm:cxn modelId="{4BF30A6B-FC43-4376-903C-497C4BBCC861}" type="presOf" srcId="{B4F3FCAD-5FFD-4977-9C4B-D88B1EFD12FC}" destId="{E211BAF8-FB10-419B-A87A-B6924BF073E1}" srcOrd="0" destOrd="0" presId="urn:microsoft.com/office/officeart/2005/8/layout/vProcess5"/>
    <dgm:cxn modelId="{A3ECD079-459E-4C63-8001-51A55F035BF7}" type="presOf" srcId="{B4F3FCAD-5FFD-4977-9C4B-D88B1EFD12FC}" destId="{CD295FF2-2EB2-40F2-B1A6-1BA596E38270}" srcOrd="1" destOrd="0" presId="urn:microsoft.com/office/officeart/2005/8/layout/vProcess5"/>
    <dgm:cxn modelId="{09EFE57E-1D10-4C6B-8CED-F5A5FF8CB09E}" type="presOf" srcId="{5A5555E4-DD4E-450B-9A7C-5E063E3A2CD9}" destId="{25C420C2-34B5-4451-B613-D020FBC463E8}" srcOrd="0" destOrd="0" presId="urn:microsoft.com/office/officeart/2005/8/layout/vProcess5"/>
    <dgm:cxn modelId="{4F0F1D81-401C-4B30-9D19-0A9E93B15C92}" srcId="{7F69F6F7-0CEB-432D-9837-FDF5608802BA}" destId="{0C052DC7-087C-4474-895C-B9F721C33E6F}" srcOrd="0" destOrd="0" parTransId="{F28D6FDB-2499-4698-B4E8-06E0D6A3DCD9}" sibTransId="{D3136E94-ADE7-4E9C-80B1-547EAC2C2A52}"/>
    <dgm:cxn modelId="{77E1CB8A-F0BF-4B7A-B369-8378EDAE48FF}" type="presOf" srcId="{0C052DC7-087C-4474-895C-B9F721C33E6F}" destId="{FA37CAD0-8983-4DC5-9B8C-8302E0C447B4}" srcOrd="0" destOrd="0" presId="urn:microsoft.com/office/officeart/2005/8/layout/vProcess5"/>
    <dgm:cxn modelId="{B725DDA0-F652-46F1-B7F4-C734A5D39026}" type="presOf" srcId="{7F69F6F7-0CEB-432D-9837-FDF5608802BA}" destId="{A09CA614-5481-48AE-955A-298C0FDE5C35}" srcOrd="0" destOrd="0" presId="urn:microsoft.com/office/officeart/2005/8/layout/vProcess5"/>
    <dgm:cxn modelId="{01C340AF-3C25-4F6E-BC9C-B78A98CA497B}" type="presOf" srcId="{D3136E94-ADE7-4E9C-80B1-547EAC2C2A52}" destId="{E856E022-DE7A-4336-BD74-AC57FD2DA5CC}" srcOrd="0" destOrd="0" presId="urn:microsoft.com/office/officeart/2005/8/layout/vProcess5"/>
    <dgm:cxn modelId="{139AA1D5-18CF-4933-A205-6E4A2FB1C692}" type="presOf" srcId="{C879E1EA-5057-47BA-AF38-56715824A4B2}" destId="{110A3EDE-838B-4B66-A054-08D4F63F4B02}" srcOrd="0" destOrd="0" presId="urn:microsoft.com/office/officeart/2005/8/layout/vProcess5"/>
    <dgm:cxn modelId="{9D00A9E3-9034-4095-8F44-A21A30598EE9}" type="presOf" srcId="{C879E1EA-5057-47BA-AF38-56715824A4B2}" destId="{A90CFFBA-D24A-4A67-900B-3A31FE08A48D}" srcOrd="1" destOrd="0" presId="urn:microsoft.com/office/officeart/2005/8/layout/vProcess5"/>
    <dgm:cxn modelId="{689912F3-C5F0-4635-9191-FB373305BBB0}" srcId="{7F69F6F7-0CEB-432D-9837-FDF5608802BA}" destId="{5A5555E4-DD4E-450B-9A7C-5E063E3A2CD9}" srcOrd="1" destOrd="0" parTransId="{42C31144-BA62-415B-B115-3101DD51C247}" sibTransId="{D6066497-0CF6-4523-9A81-508520BBBC13}"/>
    <dgm:cxn modelId="{CB9807FC-7DDF-41F7-9001-C3EB31F96C6F}" type="presOf" srcId="{5A5555E4-DD4E-450B-9A7C-5E063E3A2CD9}" destId="{AAC69A42-055B-4DEF-9E14-E2AA7F38D586}" srcOrd="1" destOrd="0" presId="urn:microsoft.com/office/officeart/2005/8/layout/vProcess5"/>
    <dgm:cxn modelId="{BD6FE6F6-08A1-4C59-AB65-7FDCB18622B4}" type="presParOf" srcId="{A09CA614-5481-48AE-955A-298C0FDE5C35}" destId="{E7BE34AD-714C-4590-BB9C-329B13267BD0}" srcOrd="0" destOrd="0" presId="urn:microsoft.com/office/officeart/2005/8/layout/vProcess5"/>
    <dgm:cxn modelId="{4ACEDC26-0258-4C1C-99B3-8325C01861AF}" type="presParOf" srcId="{A09CA614-5481-48AE-955A-298C0FDE5C35}" destId="{FA37CAD0-8983-4DC5-9B8C-8302E0C447B4}" srcOrd="1" destOrd="0" presId="urn:microsoft.com/office/officeart/2005/8/layout/vProcess5"/>
    <dgm:cxn modelId="{95E66AB4-1661-4856-8A9A-2EA4E9B813E6}" type="presParOf" srcId="{A09CA614-5481-48AE-955A-298C0FDE5C35}" destId="{25C420C2-34B5-4451-B613-D020FBC463E8}" srcOrd="2" destOrd="0" presId="urn:microsoft.com/office/officeart/2005/8/layout/vProcess5"/>
    <dgm:cxn modelId="{78B0D162-0620-4141-9706-AE1576C45E84}" type="presParOf" srcId="{A09CA614-5481-48AE-955A-298C0FDE5C35}" destId="{E211BAF8-FB10-419B-A87A-B6924BF073E1}" srcOrd="3" destOrd="0" presId="urn:microsoft.com/office/officeart/2005/8/layout/vProcess5"/>
    <dgm:cxn modelId="{8F7CCEB8-8CE2-4435-82D1-58A3A203FD32}" type="presParOf" srcId="{A09CA614-5481-48AE-955A-298C0FDE5C35}" destId="{110A3EDE-838B-4B66-A054-08D4F63F4B02}" srcOrd="4" destOrd="0" presId="urn:microsoft.com/office/officeart/2005/8/layout/vProcess5"/>
    <dgm:cxn modelId="{2F665494-DFA9-47C4-85E8-90F7726C1CB7}" type="presParOf" srcId="{A09CA614-5481-48AE-955A-298C0FDE5C35}" destId="{E856E022-DE7A-4336-BD74-AC57FD2DA5CC}" srcOrd="5" destOrd="0" presId="urn:microsoft.com/office/officeart/2005/8/layout/vProcess5"/>
    <dgm:cxn modelId="{8E2989E0-C904-4AC0-B790-2C1D82E16F8D}" type="presParOf" srcId="{A09CA614-5481-48AE-955A-298C0FDE5C35}" destId="{4322DA49-14DE-4A4F-B5E7-1A80F352C038}" srcOrd="6" destOrd="0" presId="urn:microsoft.com/office/officeart/2005/8/layout/vProcess5"/>
    <dgm:cxn modelId="{B54028FC-74DE-464A-A0DC-364CB89E7B15}" type="presParOf" srcId="{A09CA614-5481-48AE-955A-298C0FDE5C35}" destId="{C6FF8814-BAE2-4403-B6E5-B8981FBA47F3}" srcOrd="7" destOrd="0" presId="urn:microsoft.com/office/officeart/2005/8/layout/vProcess5"/>
    <dgm:cxn modelId="{3BA2CA32-B817-4A8F-BB9C-312636353D7E}" type="presParOf" srcId="{A09CA614-5481-48AE-955A-298C0FDE5C35}" destId="{984DFF5D-1A19-4B38-A796-B7B7F28E5F02}" srcOrd="8" destOrd="0" presId="urn:microsoft.com/office/officeart/2005/8/layout/vProcess5"/>
    <dgm:cxn modelId="{1A0F24B9-081C-4DDA-9D80-EAE41237EC08}" type="presParOf" srcId="{A09CA614-5481-48AE-955A-298C0FDE5C35}" destId="{AAC69A42-055B-4DEF-9E14-E2AA7F38D586}" srcOrd="9" destOrd="0" presId="urn:microsoft.com/office/officeart/2005/8/layout/vProcess5"/>
    <dgm:cxn modelId="{2FB54190-A086-46D4-916B-452336E442AB}" type="presParOf" srcId="{A09CA614-5481-48AE-955A-298C0FDE5C35}" destId="{CD295FF2-2EB2-40F2-B1A6-1BA596E38270}" srcOrd="10" destOrd="0" presId="urn:microsoft.com/office/officeart/2005/8/layout/vProcess5"/>
    <dgm:cxn modelId="{C432EBC1-76FF-4F72-8D9F-4B45B2FA90FF}" type="presParOf" srcId="{A09CA614-5481-48AE-955A-298C0FDE5C35}" destId="{A90CFFBA-D24A-4A67-900B-3A31FE08A48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BF36BB-271C-42CE-9851-719F762FD63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EB246A-F543-4D06-9D0D-5039E3686E52}">
      <dgm:prSet/>
      <dgm:spPr/>
      <dgm:t>
        <a:bodyPr/>
        <a:lstStyle/>
        <a:p>
          <a:r>
            <a:rPr lang="en-US"/>
            <a:t>Load and preprocess an input image (your dog, a car, etc.).</a:t>
          </a:r>
        </a:p>
      </dgm:t>
    </dgm:pt>
    <dgm:pt modelId="{7C735DF6-9D34-4478-8783-3C7C0645F4B4}" type="parTrans" cxnId="{40BB7517-38AF-4FCD-9076-F7058643A4D1}">
      <dgm:prSet/>
      <dgm:spPr/>
      <dgm:t>
        <a:bodyPr/>
        <a:lstStyle/>
        <a:p>
          <a:endParaRPr lang="en-US"/>
        </a:p>
      </dgm:t>
    </dgm:pt>
    <dgm:pt modelId="{6B5D0FDD-B030-468D-BBAE-92420372B6B3}" type="sibTrans" cxnId="{40BB7517-38AF-4FCD-9076-F7058643A4D1}">
      <dgm:prSet/>
      <dgm:spPr/>
      <dgm:t>
        <a:bodyPr/>
        <a:lstStyle/>
        <a:p>
          <a:endParaRPr lang="en-US"/>
        </a:p>
      </dgm:t>
    </dgm:pt>
    <dgm:pt modelId="{BA1F31A6-454B-4213-9DE4-D644622683FF}">
      <dgm:prSet/>
      <dgm:spPr/>
      <dgm:t>
        <a:bodyPr/>
        <a:lstStyle/>
        <a:p>
          <a:r>
            <a:rPr lang="en-US"/>
            <a:t>Forward pass → get class prediction + feature maps.</a:t>
          </a:r>
        </a:p>
      </dgm:t>
    </dgm:pt>
    <dgm:pt modelId="{54BE3DC4-0A96-4B73-A8FA-B8F62B327C68}" type="parTrans" cxnId="{02407015-4039-4AA1-9F8B-EC0FC79A7DD3}">
      <dgm:prSet/>
      <dgm:spPr/>
      <dgm:t>
        <a:bodyPr/>
        <a:lstStyle/>
        <a:p>
          <a:endParaRPr lang="en-US"/>
        </a:p>
      </dgm:t>
    </dgm:pt>
    <dgm:pt modelId="{54CA9821-464C-47AC-8572-8B8857C2A00B}" type="sibTrans" cxnId="{02407015-4039-4AA1-9F8B-EC0FC79A7DD3}">
      <dgm:prSet/>
      <dgm:spPr/>
      <dgm:t>
        <a:bodyPr/>
        <a:lstStyle/>
        <a:p>
          <a:endParaRPr lang="en-US"/>
        </a:p>
      </dgm:t>
    </dgm:pt>
    <dgm:pt modelId="{D0C49D9A-55C6-49AB-B3AE-AA4A1EAEF1DC}">
      <dgm:prSet/>
      <dgm:spPr/>
      <dgm:t>
        <a:bodyPr/>
        <a:lstStyle/>
        <a:p>
          <a:r>
            <a:rPr lang="en-US"/>
            <a:t>Backward pass → compute gradients for target class.</a:t>
          </a:r>
        </a:p>
      </dgm:t>
    </dgm:pt>
    <dgm:pt modelId="{2A927CED-1537-4528-83A8-30743AE5AF9D}" type="parTrans" cxnId="{2AEB3391-BABA-45A4-8AE9-E6ECA87074EA}">
      <dgm:prSet/>
      <dgm:spPr/>
      <dgm:t>
        <a:bodyPr/>
        <a:lstStyle/>
        <a:p>
          <a:endParaRPr lang="en-US"/>
        </a:p>
      </dgm:t>
    </dgm:pt>
    <dgm:pt modelId="{6C43878B-5C61-4ABA-B382-C750D63C7823}" type="sibTrans" cxnId="{2AEB3391-BABA-45A4-8AE9-E6ECA87074EA}">
      <dgm:prSet/>
      <dgm:spPr/>
      <dgm:t>
        <a:bodyPr/>
        <a:lstStyle/>
        <a:p>
          <a:endParaRPr lang="en-US"/>
        </a:p>
      </dgm:t>
    </dgm:pt>
    <dgm:pt modelId="{3A4FD867-41A7-4927-8798-D699FFAE6A0C}">
      <dgm:prSet/>
      <dgm:spPr/>
      <dgm:t>
        <a:bodyPr/>
        <a:lstStyle/>
        <a:p>
          <a:r>
            <a:rPr lang="en-US"/>
            <a:t>Generate heatmap based on gradient weights.</a:t>
          </a:r>
        </a:p>
      </dgm:t>
    </dgm:pt>
    <dgm:pt modelId="{906F3E71-C633-476E-8BE1-879AEA309A8E}" type="parTrans" cxnId="{BC6C0935-AA6B-4C0A-B2B4-387A25FCBD9A}">
      <dgm:prSet/>
      <dgm:spPr/>
      <dgm:t>
        <a:bodyPr/>
        <a:lstStyle/>
        <a:p>
          <a:endParaRPr lang="en-US"/>
        </a:p>
      </dgm:t>
    </dgm:pt>
    <dgm:pt modelId="{2647AD99-11CB-4562-BA71-F15CCB274514}" type="sibTrans" cxnId="{BC6C0935-AA6B-4C0A-B2B4-387A25FCBD9A}">
      <dgm:prSet/>
      <dgm:spPr/>
      <dgm:t>
        <a:bodyPr/>
        <a:lstStyle/>
        <a:p>
          <a:endParaRPr lang="en-US"/>
        </a:p>
      </dgm:t>
    </dgm:pt>
    <dgm:pt modelId="{D483BEF9-D496-43CD-96DF-7E75FEF3CC15}">
      <dgm:prSet/>
      <dgm:spPr/>
      <dgm:t>
        <a:bodyPr/>
        <a:lstStyle/>
        <a:p>
          <a:r>
            <a:rPr lang="en-US"/>
            <a:t>Visualize: original, heatmap, overlay.</a:t>
          </a:r>
        </a:p>
      </dgm:t>
    </dgm:pt>
    <dgm:pt modelId="{A4329C88-D306-43C9-BC66-43F6658F8AC6}" type="parTrans" cxnId="{E4BEF147-D981-444D-A499-AE96EBD7543C}">
      <dgm:prSet/>
      <dgm:spPr/>
      <dgm:t>
        <a:bodyPr/>
        <a:lstStyle/>
        <a:p>
          <a:endParaRPr lang="en-US"/>
        </a:p>
      </dgm:t>
    </dgm:pt>
    <dgm:pt modelId="{8BB70920-01F6-4AD4-9510-C7733758349E}" type="sibTrans" cxnId="{E4BEF147-D981-444D-A499-AE96EBD7543C}">
      <dgm:prSet/>
      <dgm:spPr/>
      <dgm:t>
        <a:bodyPr/>
        <a:lstStyle/>
        <a:p>
          <a:endParaRPr lang="en-US"/>
        </a:p>
      </dgm:t>
    </dgm:pt>
    <dgm:pt modelId="{46BEEF5A-EB79-4C91-8116-31C32AA653AD}" type="pres">
      <dgm:prSet presAssocID="{D5BF36BB-271C-42CE-9851-719F762FD63E}" presName="Name0" presStyleCnt="0">
        <dgm:presLayoutVars>
          <dgm:dir/>
          <dgm:resizeHandles val="exact"/>
        </dgm:presLayoutVars>
      </dgm:prSet>
      <dgm:spPr/>
    </dgm:pt>
    <dgm:pt modelId="{DFB02418-D018-445E-A25B-B01D19BBEED9}" type="pres">
      <dgm:prSet presAssocID="{DAEB246A-F543-4D06-9D0D-5039E3686E52}" presName="node" presStyleLbl="node1" presStyleIdx="0" presStyleCnt="5">
        <dgm:presLayoutVars>
          <dgm:bulletEnabled val="1"/>
        </dgm:presLayoutVars>
      </dgm:prSet>
      <dgm:spPr/>
    </dgm:pt>
    <dgm:pt modelId="{966A4258-B508-4125-A0D6-762495A225BB}" type="pres">
      <dgm:prSet presAssocID="{6B5D0FDD-B030-468D-BBAE-92420372B6B3}" presName="sibTrans" presStyleLbl="sibTrans1D1" presStyleIdx="0" presStyleCnt="4"/>
      <dgm:spPr/>
    </dgm:pt>
    <dgm:pt modelId="{95C80B54-D5E5-4A34-A691-FC203442F7D7}" type="pres">
      <dgm:prSet presAssocID="{6B5D0FDD-B030-468D-BBAE-92420372B6B3}" presName="connectorText" presStyleLbl="sibTrans1D1" presStyleIdx="0" presStyleCnt="4"/>
      <dgm:spPr/>
    </dgm:pt>
    <dgm:pt modelId="{344D2934-0F47-4EE6-84F8-637203130BFE}" type="pres">
      <dgm:prSet presAssocID="{BA1F31A6-454B-4213-9DE4-D644622683FF}" presName="node" presStyleLbl="node1" presStyleIdx="1" presStyleCnt="5">
        <dgm:presLayoutVars>
          <dgm:bulletEnabled val="1"/>
        </dgm:presLayoutVars>
      </dgm:prSet>
      <dgm:spPr/>
    </dgm:pt>
    <dgm:pt modelId="{153B8640-126D-488F-B20D-D3D47F7E9947}" type="pres">
      <dgm:prSet presAssocID="{54CA9821-464C-47AC-8572-8B8857C2A00B}" presName="sibTrans" presStyleLbl="sibTrans1D1" presStyleIdx="1" presStyleCnt="4"/>
      <dgm:spPr/>
    </dgm:pt>
    <dgm:pt modelId="{94FE82C0-72CC-4FD5-B1C3-EBD6FC377923}" type="pres">
      <dgm:prSet presAssocID="{54CA9821-464C-47AC-8572-8B8857C2A00B}" presName="connectorText" presStyleLbl="sibTrans1D1" presStyleIdx="1" presStyleCnt="4"/>
      <dgm:spPr/>
    </dgm:pt>
    <dgm:pt modelId="{8AC780B9-4C2D-4475-8CCB-685542EA5DF0}" type="pres">
      <dgm:prSet presAssocID="{D0C49D9A-55C6-49AB-B3AE-AA4A1EAEF1DC}" presName="node" presStyleLbl="node1" presStyleIdx="2" presStyleCnt="5">
        <dgm:presLayoutVars>
          <dgm:bulletEnabled val="1"/>
        </dgm:presLayoutVars>
      </dgm:prSet>
      <dgm:spPr/>
    </dgm:pt>
    <dgm:pt modelId="{D2468DD2-7F2C-4EE5-8743-F4CDACE867C3}" type="pres">
      <dgm:prSet presAssocID="{6C43878B-5C61-4ABA-B382-C750D63C7823}" presName="sibTrans" presStyleLbl="sibTrans1D1" presStyleIdx="2" presStyleCnt="4"/>
      <dgm:spPr/>
    </dgm:pt>
    <dgm:pt modelId="{937BCC81-A15D-4534-B8DC-B745DA52DE40}" type="pres">
      <dgm:prSet presAssocID="{6C43878B-5C61-4ABA-B382-C750D63C7823}" presName="connectorText" presStyleLbl="sibTrans1D1" presStyleIdx="2" presStyleCnt="4"/>
      <dgm:spPr/>
    </dgm:pt>
    <dgm:pt modelId="{60B8F4C0-F007-4D0A-BE74-F7012FD276E4}" type="pres">
      <dgm:prSet presAssocID="{3A4FD867-41A7-4927-8798-D699FFAE6A0C}" presName="node" presStyleLbl="node1" presStyleIdx="3" presStyleCnt="5">
        <dgm:presLayoutVars>
          <dgm:bulletEnabled val="1"/>
        </dgm:presLayoutVars>
      </dgm:prSet>
      <dgm:spPr/>
    </dgm:pt>
    <dgm:pt modelId="{5B4B7D69-DFDE-496E-B2A3-CDB8CA4167B8}" type="pres">
      <dgm:prSet presAssocID="{2647AD99-11CB-4562-BA71-F15CCB274514}" presName="sibTrans" presStyleLbl="sibTrans1D1" presStyleIdx="3" presStyleCnt="4"/>
      <dgm:spPr/>
    </dgm:pt>
    <dgm:pt modelId="{1DAA504F-2A4C-4687-B207-0110D6E46C22}" type="pres">
      <dgm:prSet presAssocID="{2647AD99-11CB-4562-BA71-F15CCB274514}" presName="connectorText" presStyleLbl="sibTrans1D1" presStyleIdx="3" presStyleCnt="4"/>
      <dgm:spPr/>
    </dgm:pt>
    <dgm:pt modelId="{F2709559-5F16-47A3-8FF2-A8C557A3626A}" type="pres">
      <dgm:prSet presAssocID="{D483BEF9-D496-43CD-96DF-7E75FEF3CC15}" presName="node" presStyleLbl="node1" presStyleIdx="4" presStyleCnt="5">
        <dgm:presLayoutVars>
          <dgm:bulletEnabled val="1"/>
        </dgm:presLayoutVars>
      </dgm:prSet>
      <dgm:spPr/>
    </dgm:pt>
  </dgm:ptLst>
  <dgm:cxnLst>
    <dgm:cxn modelId="{3886BB10-2A51-41D1-BDA8-F62688BDF9B9}" type="presOf" srcId="{DAEB246A-F543-4D06-9D0D-5039E3686E52}" destId="{DFB02418-D018-445E-A25B-B01D19BBEED9}" srcOrd="0" destOrd="0" presId="urn:microsoft.com/office/officeart/2016/7/layout/RepeatingBendingProcessNew"/>
    <dgm:cxn modelId="{02407015-4039-4AA1-9F8B-EC0FC79A7DD3}" srcId="{D5BF36BB-271C-42CE-9851-719F762FD63E}" destId="{BA1F31A6-454B-4213-9DE4-D644622683FF}" srcOrd="1" destOrd="0" parTransId="{54BE3DC4-0A96-4B73-A8FA-B8F62B327C68}" sibTransId="{54CA9821-464C-47AC-8572-8B8857C2A00B}"/>
    <dgm:cxn modelId="{40BB7517-38AF-4FCD-9076-F7058643A4D1}" srcId="{D5BF36BB-271C-42CE-9851-719F762FD63E}" destId="{DAEB246A-F543-4D06-9D0D-5039E3686E52}" srcOrd="0" destOrd="0" parTransId="{7C735DF6-9D34-4478-8783-3C7C0645F4B4}" sibTransId="{6B5D0FDD-B030-468D-BBAE-92420372B6B3}"/>
    <dgm:cxn modelId="{63142830-E674-4784-981F-7C44215E1B8B}" type="presOf" srcId="{D483BEF9-D496-43CD-96DF-7E75FEF3CC15}" destId="{F2709559-5F16-47A3-8FF2-A8C557A3626A}" srcOrd="0" destOrd="0" presId="urn:microsoft.com/office/officeart/2016/7/layout/RepeatingBendingProcessNew"/>
    <dgm:cxn modelId="{BC6C0935-AA6B-4C0A-B2B4-387A25FCBD9A}" srcId="{D5BF36BB-271C-42CE-9851-719F762FD63E}" destId="{3A4FD867-41A7-4927-8798-D699FFAE6A0C}" srcOrd="3" destOrd="0" parTransId="{906F3E71-C633-476E-8BE1-879AEA309A8E}" sibTransId="{2647AD99-11CB-4562-BA71-F15CCB274514}"/>
    <dgm:cxn modelId="{E4BEF147-D981-444D-A499-AE96EBD7543C}" srcId="{D5BF36BB-271C-42CE-9851-719F762FD63E}" destId="{D483BEF9-D496-43CD-96DF-7E75FEF3CC15}" srcOrd="4" destOrd="0" parTransId="{A4329C88-D306-43C9-BC66-43F6658F8AC6}" sibTransId="{8BB70920-01F6-4AD4-9510-C7733758349E}"/>
    <dgm:cxn modelId="{E415936A-60D4-442A-9BE2-9C7DC2500D7F}" type="presOf" srcId="{54CA9821-464C-47AC-8572-8B8857C2A00B}" destId="{94FE82C0-72CC-4FD5-B1C3-EBD6FC377923}" srcOrd="1" destOrd="0" presId="urn:microsoft.com/office/officeart/2016/7/layout/RepeatingBendingProcessNew"/>
    <dgm:cxn modelId="{1372A06A-804C-44C8-92C4-2C78C105ADBD}" type="presOf" srcId="{D5BF36BB-271C-42CE-9851-719F762FD63E}" destId="{46BEEF5A-EB79-4C91-8116-31C32AA653AD}" srcOrd="0" destOrd="0" presId="urn:microsoft.com/office/officeart/2016/7/layout/RepeatingBendingProcessNew"/>
    <dgm:cxn modelId="{0EBEEC6A-D6D8-48FC-A10C-AF40894CC685}" type="presOf" srcId="{2647AD99-11CB-4562-BA71-F15CCB274514}" destId="{1DAA504F-2A4C-4687-B207-0110D6E46C22}" srcOrd="1" destOrd="0" presId="urn:microsoft.com/office/officeart/2016/7/layout/RepeatingBendingProcessNew"/>
    <dgm:cxn modelId="{6C3D864C-A5AA-4F60-878D-139DCAB522B4}" type="presOf" srcId="{6C43878B-5C61-4ABA-B382-C750D63C7823}" destId="{937BCC81-A15D-4534-B8DC-B745DA52DE40}" srcOrd="1" destOrd="0" presId="urn:microsoft.com/office/officeart/2016/7/layout/RepeatingBendingProcessNew"/>
    <dgm:cxn modelId="{30371091-C567-453C-B961-F187F7F37C12}" type="presOf" srcId="{6B5D0FDD-B030-468D-BBAE-92420372B6B3}" destId="{95C80B54-D5E5-4A34-A691-FC203442F7D7}" srcOrd="1" destOrd="0" presId="urn:microsoft.com/office/officeart/2016/7/layout/RepeatingBendingProcessNew"/>
    <dgm:cxn modelId="{2AEB3391-BABA-45A4-8AE9-E6ECA87074EA}" srcId="{D5BF36BB-271C-42CE-9851-719F762FD63E}" destId="{D0C49D9A-55C6-49AB-B3AE-AA4A1EAEF1DC}" srcOrd="2" destOrd="0" parTransId="{2A927CED-1537-4528-83A8-30743AE5AF9D}" sibTransId="{6C43878B-5C61-4ABA-B382-C750D63C7823}"/>
    <dgm:cxn modelId="{F2684AB9-37EB-4D04-AFBE-98DBF8133B2E}" type="presOf" srcId="{BA1F31A6-454B-4213-9DE4-D644622683FF}" destId="{344D2934-0F47-4EE6-84F8-637203130BFE}" srcOrd="0" destOrd="0" presId="urn:microsoft.com/office/officeart/2016/7/layout/RepeatingBendingProcessNew"/>
    <dgm:cxn modelId="{E91910BD-6625-4161-833E-656738BF3924}" type="presOf" srcId="{6B5D0FDD-B030-468D-BBAE-92420372B6B3}" destId="{966A4258-B508-4125-A0D6-762495A225BB}" srcOrd="0" destOrd="0" presId="urn:microsoft.com/office/officeart/2016/7/layout/RepeatingBendingProcessNew"/>
    <dgm:cxn modelId="{3A51E4BD-D663-45E0-9546-53716FB829FD}" type="presOf" srcId="{2647AD99-11CB-4562-BA71-F15CCB274514}" destId="{5B4B7D69-DFDE-496E-B2A3-CDB8CA4167B8}" srcOrd="0" destOrd="0" presId="urn:microsoft.com/office/officeart/2016/7/layout/RepeatingBendingProcessNew"/>
    <dgm:cxn modelId="{5A6D98C9-E8C5-40CB-88B9-0D48F87608B1}" type="presOf" srcId="{54CA9821-464C-47AC-8572-8B8857C2A00B}" destId="{153B8640-126D-488F-B20D-D3D47F7E9947}" srcOrd="0" destOrd="0" presId="urn:microsoft.com/office/officeart/2016/7/layout/RepeatingBendingProcessNew"/>
    <dgm:cxn modelId="{C38355D0-639F-4167-A797-8FF924E2338E}" type="presOf" srcId="{D0C49D9A-55C6-49AB-B3AE-AA4A1EAEF1DC}" destId="{8AC780B9-4C2D-4475-8CCB-685542EA5DF0}" srcOrd="0" destOrd="0" presId="urn:microsoft.com/office/officeart/2016/7/layout/RepeatingBendingProcessNew"/>
    <dgm:cxn modelId="{895776DD-9020-4037-AF33-787CFB342B14}" type="presOf" srcId="{6C43878B-5C61-4ABA-B382-C750D63C7823}" destId="{D2468DD2-7F2C-4EE5-8743-F4CDACE867C3}" srcOrd="0" destOrd="0" presId="urn:microsoft.com/office/officeart/2016/7/layout/RepeatingBendingProcessNew"/>
    <dgm:cxn modelId="{09CC53DF-BE6B-44BB-A64E-D41D050A3F6A}" type="presOf" srcId="{3A4FD867-41A7-4927-8798-D699FFAE6A0C}" destId="{60B8F4C0-F007-4D0A-BE74-F7012FD276E4}" srcOrd="0" destOrd="0" presId="urn:microsoft.com/office/officeart/2016/7/layout/RepeatingBendingProcessNew"/>
    <dgm:cxn modelId="{1C42C7B3-C1B6-4F69-976C-E62DC398BF40}" type="presParOf" srcId="{46BEEF5A-EB79-4C91-8116-31C32AA653AD}" destId="{DFB02418-D018-445E-A25B-B01D19BBEED9}" srcOrd="0" destOrd="0" presId="urn:microsoft.com/office/officeart/2016/7/layout/RepeatingBendingProcessNew"/>
    <dgm:cxn modelId="{2E637381-DC0D-4AB7-A559-6912C2A6704F}" type="presParOf" srcId="{46BEEF5A-EB79-4C91-8116-31C32AA653AD}" destId="{966A4258-B508-4125-A0D6-762495A225BB}" srcOrd="1" destOrd="0" presId="urn:microsoft.com/office/officeart/2016/7/layout/RepeatingBendingProcessNew"/>
    <dgm:cxn modelId="{F6D2F39B-A546-43B8-BA9A-3FEF8137C119}" type="presParOf" srcId="{966A4258-B508-4125-A0D6-762495A225BB}" destId="{95C80B54-D5E5-4A34-A691-FC203442F7D7}" srcOrd="0" destOrd="0" presId="urn:microsoft.com/office/officeart/2016/7/layout/RepeatingBendingProcessNew"/>
    <dgm:cxn modelId="{38B7246B-1E28-4FED-8143-BC9B40AD4653}" type="presParOf" srcId="{46BEEF5A-EB79-4C91-8116-31C32AA653AD}" destId="{344D2934-0F47-4EE6-84F8-637203130BFE}" srcOrd="2" destOrd="0" presId="urn:microsoft.com/office/officeart/2016/7/layout/RepeatingBendingProcessNew"/>
    <dgm:cxn modelId="{CD2D96C3-AEBC-421E-8E15-59EE77AC7B19}" type="presParOf" srcId="{46BEEF5A-EB79-4C91-8116-31C32AA653AD}" destId="{153B8640-126D-488F-B20D-D3D47F7E9947}" srcOrd="3" destOrd="0" presId="urn:microsoft.com/office/officeart/2016/7/layout/RepeatingBendingProcessNew"/>
    <dgm:cxn modelId="{7B0BB84D-F921-484B-A7A3-378418BEB19E}" type="presParOf" srcId="{153B8640-126D-488F-B20D-D3D47F7E9947}" destId="{94FE82C0-72CC-4FD5-B1C3-EBD6FC377923}" srcOrd="0" destOrd="0" presId="urn:microsoft.com/office/officeart/2016/7/layout/RepeatingBendingProcessNew"/>
    <dgm:cxn modelId="{FC8D8F59-D851-4C20-BADC-73B384920740}" type="presParOf" srcId="{46BEEF5A-EB79-4C91-8116-31C32AA653AD}" destId="{8AC780B9-4C2D-4475-8CCB-685542EA5DF0}" srcOrd="4" destOrd="0" presId="urn:microsoft.com/office/officeart/2016/7/layout/RepeatingBendingProcessNew"/>
    <dgm:cxn modelId="{C7978781-383E-412A-94FA-A20945BEE809}" type="presParOf" srcId="{46BEEF5A-EB79-4C91-8116-31C32AA653AD}" destId="{D2468DD2-7F2C-4EE5-8743-F4CDACE867C3}" srcOrd="5" destOrd="0" presId="urn:microsoft.com/office/officeart/2016/7/layout/RepeatingBendingProcessNew"/>
    <dgm:cxn modelId="{FEEBD955-67B2-49B6-B989-AA928D1EBF72}" type="presParOf" srcId="{D2468DD2-7F2C-4EE5-8743-F4CDACE867C3}" destId="{937BCC81-A15D-4534-B8DC-B745DA52DE40}" srcOrd="0" destOrd="0" presId="urn:microsoft.com/office/officeart/2016/7/layout/RepeatingBendingProcessNew"/>
    <dgm:cxn modelId="{171DAE6E-3BE0-4771-AF1D-001AFD44338D}" type="presParOf" srcId="{46BEEF5A-EB79-4C91-8116-31C32AA653AD}" destId="{60B8F4C0-F007-4D0A-BE74-F7012FD276E4}" srcOrd="6" destOrd="0" presId="urn:microsoft.com/office/officeart/2016/7/layout/RepeatingBendingProcessNew"/>
    <dgm:cxn modelId="{748331A8-24B2-41D8-9A98-DFF7447E8B49}" type="presParOf" srcId="{46BEEF5A-EB79-4C91-8116-31C32AA653AD}" destId="{5B4B7D69-DFDE-496E-B2A3-CDB8CA4167B8}" srcOrd="7" destOrd="0" presId="urn:microsoft.com/office/officeart/2016/7/layout/RepeatingBendingProcessNew"/>
    <dgm:cxn modelId="{EBA67115-C596-4AE2-AAAE-099DF958B66E}" type="presParOf" srcId="{5B4B7D69-DFDE-496E-B2A3-CDB8CA4167B8}" destId="{1DAA504F-2A4C-4687-B207-0110D6E46C22}" srcOrd="0" destOrd="0" presId="urn:microsoft.com/office/officeart/2016/7/layout/RepeatingBendingProcessNew"/>
    <dgm:cxn modelId="{951D35F7-2FCD-43B4-981B-773C6E66CCF7}" type="presParOf" srcId="{46BEEF5A-EB79-4C91-8116-31C32AA653AD}" destId="{F2709559-5F16-47A3-8FF2-A8C557A3626A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D08BD-1C9E-4462-9C2C-F06795268CC6}">
      <dsp:nvSpPr>
        <dsp:cNvPr id="0" name=""/>
        <dsp:cNvSpPr/>
      </dsp:nvSpPr>
      <dsp:spPr>
        <a:xfrm>
          <a:off x="0" y="561389"/>
          <a:ext cx="6581776" cy="11583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Deep CNNs are highly accurate but operate as black boxes (we cannot how they are determining their choice).  </a:t>
          </a:r>
        </a:p>
      </dsp:txBody>
      <dsp:txXfrm>
        <a:off x="56544" y="617933"/>
        <a:ext cx="6468688" cy="1045212"/>
      </dsp:txXfrm>
    </dsp:sp>
    <dsp:sp modelId="{8499CD14-2CA0-4E4F-9444-9206B3654BF8}">
      <dsp:nvSpPr>
        <dsp:cNvPr id="0" name=""/>
        <dsp:cNvSpPr/>
      </dsp:nvSpPr>
      <dsp:spPr>
        <a:xfrm>
          <a:off x="0" y="1783049"/>
          <a:ext cx="6581776" cy="1158300"/>
        </a:xfrm>
        <a:prstGeom prst="roundRect">
          <a:avLst/>
        </a:prstGeom>
        <a:solidFill>
          <a:schemeClr val="accent5">
            <a:hueOff val="9504470"/>
            <a:satOff val="-13330"/>
            <a:lumOff val="-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Grad-CAM generates heatmaps showing which image regions influence the model’s decision.</a:t>
          </a:r>
        </a:p>
      </dsp:txBody>
      <dsp:txXfrm>
        <a:off x="56544" y="1839593"/>
        <a:ext cx="6468688" cy="1045212"/>
      </dsp:txXfrm>
    </dsp:sp>
    <dsp:sp modelId="{602A7491-0AE2-4202-8DA3-7EBA02F7C8D6}">
      <dsp:nvSpPr>
        <dsp:cNvPr id="0" name=""/>
        <dsp:cNvSpPr/>
      </dsp:nvSpPr>
      <dsp:spPr>
        <a:xfrm>
          <a:off x="0" y="3004710"/>
          <a:ext cx="6581776" cy="1158300"/>
        </a:xfrm>
        <a:prstGeom prst="roundRect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Results: The model focuses correctly on meaningful features (dog face, car doors), and exposes failure cases where it attends to irrelevant areas.</a:t>
          </a:r>
        </a:p>
      </dsp:txBody>
      <dsp:txXfrm>
        <a:off x="56544" y="3061254"/>
        <a:ext cx="6468688" cy="10452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C018B-5739-4AEC-8AA0-C65D778F8C06}">
      <dsp:nvSpPr>
        <dsp:cNvPr id="0" name=""/>
        <dsp:cNvSpPr/>
      </dsp:nvSpPr>
      <dsp:spPr>
        <a:xfrm>
          <a:off x="5794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Motivation</a:t>
          </a:r>
        </a:p>
      </dsp:txBody>
      <dsp:txXfrm>
        <a:off x="5794" y="1698734"/>
        <a:ext cx="1427837" cy="1028042"/>
      </dsp:txXfrm>
    </dsp:sp>
    <dsp:sp modelId="{CAE9651D-33FB-4165-8F84-72689FBCD06E}">
      <dsp:nvSpPr>
        <dsp:cNvPr id="0" name=""/>
        <dsp:cNvSpPr/>
      </dsp:nvSpPr>
      <dsp:spPr>
        <a:xfrm>
          <a:off x="5794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01</a:t>
          </a:r>
        </a:p>
      </dsp:txBody>
      <dsp:txXfrm>
        <a:off x="5794" y="1013372"/>
        <a:ext cx="1427837" cy="685361"/>
      </dsp:txXfrm>
    </dsp:sp>
    <dsp:sp modelId="{BA0B102E-DAF2-4ABC-AC15-A8364F18113E}">
      <dsp:nvSpPr>
        <dsp:cNvPr id="0" name=""/>
        <dsp:cNvSpPr/>
      </dsp:nvSpPr>
      <dsp:spPr>
        <a:xfrm>
          <a:off x="1547859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Literature Review</a:t>
          </a:r>
        </a:p>
      </dsp:txBody>
      <dsp:txXfrm>
        <a:off x="1547859" y="1698734"/>
        <a:ext cx="1427837" cy="1028042"/>
      </dsp:txXfrm>
    </dsp:sp>
    <dsp:sp modelId="{B89118F3-66AF-4D44-AA60-785FB6326318}">
      <dsp:nvSpPr>
        <dsp:cNvPr id="0" name=""/>
        <dsp:cNvSpPr/>
      </dsp:nvSpPr>
      <dsp:spPr>
        <a:xfrm>
          <a:off x="1547859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02</a:t>
          </a:r>
        </a:p>
      </dsp:txBody>
      <dsp:txXfrm>
        <a:off x="1547859" y="1013372"/>
        <a:ext cx="1427837" cy="685361"/>
      </dsp:txXfrm>
    </dsp:sp>
    <dsp:sp modelId="{100A5BFA-21B0-4349-B94F-496DD53B9C92}">
      <dsp:nvSpPr>
        <dsp:cNvPr id="0" name=""/>
        <dsp:cNvSpPr/>
      </dsp:nvSpPr>
      <dsp:spPr>
        <a:xfrm>
          <a:off x="3089923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Method / Approach</a:t>
          </a:r>
        </a:p>
      </dsp:txBody>
      <dsp:txXfrm>
        <a:off x="3089923" y="1698734"/>
        <a:ext cx="1427837" cy="1028042"/>
      </dsp:txXfrm>
    </dsp:sp>
    <dsp:sp modelId="{2B2266C7-373B-4FAA-AE1A-EF84259E36C4}">
      <dsp:nvSpPr>
        <dsp:cNvPr id="0" name=""/>
        <dsp:cNvSpPr/>
      </dsp:nvSpPr>
      <dsp:spPr>
        <a:xfrm>
          <a:off x="3089923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03</a:t>
          </a:r>
        </a:p>
      </dsp:txBody>
      <dsp:txXfrm>
        <a:off x="3089923" y="1013372"/>
        <a:ext cx="1427837" cy="685361"/>
      </dsp:txXfrm>
    </dsp:sp>
    <dsp:sp modelId="{8E20497A-AA48-48AB-9C3C-8900233E222D}">
      <dsp:nvSpPr>
        <dsp:cNvPr id="0" name=""/>
        <dsp:cNvSpPr/>
      </dsp:nvSpPr>
      <dsp:spPr>
        <a:xfrm>
          <a:off x="4631987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Demonstration (YouTube)</a:t>
          </a:r>
        </a:p>
      </dsp:txBody>
      <dsp:txXfrm>
        <a:off x="4631987" y="1698734"/>
        <a:ext cx="1427837" cy="1028042"/>
      </dsp:txXfrm>
    </dsp:sp>
    <dsp:sp modelId="{28C03A08-5D1A-424B-B1E9-9CAA51108264}">
      <dsp:nvSpPr>
        <dsp:cNvPr id="0" name=""/>
        <dsp:cNvSpPr/>
      </dsp:nvSpPr>
      <dsp:spPr>
        <a:xfrm>
          <a:off x="4631987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04</a:t>
          </a:r>
        </a:p>
      </dsp:txBody>
      <dsp:txXfrm>
        <a:off x="4631987" y="1013372"/>
        <a:ext cx="1427837" cy="685361"/>
      </dsp:txXfrm>
    </dsp:sp>
    <dsp:sp modelId="{A9DEC2C2-EA3B-4C86-974D-97D065558A62}">
      <dsp:nvSpPr>
        <dsp:cNvPr id="0" name=""/>
        <dsp:cNvSpPr/>
      </dsp:nvSpPr>
      <dsp:spPr>
        <a:xfrm>
          <a:off x="6174051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Results (Dog, Personal Dog, Car, Failure Case)</a:t>
          </a:r>
        </a:p>
      </dsp:txBody>
      <dsp:txXfrm>
        <a:off x="6174051" y="1698734"/>
        <a:ext cx="1427837" cy="1028042"/>
      </dsp:txXfrm>
    </dsp:sp>
    <dsp:sp modelId="{5A5B08DC-6E02-488F-8623-AD959CF2423E}">
      <dsp:nvSpPr>
        <dsp:cNvPr id="0" name=""/>
        <dsp:cNvSpPr/>
      </dsp:nvSpPr>
      <dsp:spPr>
        <a:xfrm>
          <a:off x="6174051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05</a:t>
          </a:r>
        </a:p>
      </dsp:txBody>
      <dsp:txXfrm>
        <a:off x="6174051" y="1013372"/>
        <a:ext cx="1427837" cy="685361"/>
      </dsp:txXfrm>
    </dsp:sp>
    <dsp:sp modelId="{15D8B872-3FAD-4022-B08D-24068663DB9F}">
      <dsp:nvSpPr>
        <dsp:cNvPr id="0" name=""/>
        <dsp:cNvSpPr/>
      </dsp:nvSpPr>
      <dsp:spPr>
        <a:xfrm>
          <a:off x="7716115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Discussion &amp; Limitations</a:t>
          </a:r>
        </a:p>
      </dsp:txBody>
      <dsp:txXfrm>
        <a:off x="7716115" y="1698734"/>
        <a:ext cx="1427837" cy="1028042"/>
      </dsp:txXfrm>
    </dsp:sp>
    <dsp:sp modelId="{434A9F39-07C0-415B-83B3-D6536396594D}">
      <dsp:nvSpPr>
        <dsp:cNvPr id="0" name=""/>
        <dsp:cNvSpPr/>
      </dsp:nvSpPr>
      <dsp:spPr>
        <a:xfrm>
          <a:off x="7716115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06</a:t>
          </a:r>
        </a:p>
      </dsp:txBody>
      <dsp:txXfrm>
        <a:off x="7716115" y="1013372"/>
        <a:ext cx="1427837" cy="685361"/>
      </dsp:txXfrm>
    </dsp:sp>
    <dsp:sp modelId="{2C2491BD-74CC-4D9E-AD4F-1997FB093CCC}">
      <dsp:nvSpPr>
        <dsp:cNvPr id="0" name=""/>
        <dsp:cNvSpPr/>
      </dsp:nvSpPr>
      <dsp:spPr>
        <a:xfrm>
          <a:off x="9258179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Conclusion</a:t>
          </a:r>
        </a:p>
      </dsp:txBody>
      <dsp:txXfrm>
        <a:off x="9258179" y="1698734"/>
        <a:ext cx="1427837" cy="1028042"/>
      </dsp:txXfrm>
    </dsp:sp>
    <dsp:sp modelId="{96C29879-FEC4-462D-9F41-F8572C740B95}">
      <dsp:nvSpPr>
        <dsp:cNvPr id="0" name=""/>
        <dsp:cNvSpPr/>
      </dsp:nvSpPr>
      <dsp:spPr>
        <a:xfrm>
          <a:off x="9258179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07</a:t>
          </a:r>
        </a:p>
      </dsp:txBody>
      <dsp:txXfrm>
        <a:off x="9258179" y="1013372"/>
        <a:ext cx="1427837" cy="6853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7CAD0-8983-4DC5-9B8C-8302E0C447B4}">
      <dsp:nvSpPr>
        <dsp:cNvPr id="0" name=""/>
        <dsp:cNvSpPr/>
      </dsp:nvSpPr>
      <dsp:spPr>
        <a:xfrm>
          <a:off x="0" y="0"/>
          <a:ext cx="5953760" cy="11880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Neural networks perform extremely well but lack transparency.</a:t>
          </a:r>
        </a:p>
      </dsp:txBody>
      <dsp:txXfrm>
        <a:off x="34797" y="34797"/>
        <a:ext cx="4571357" cy="1118468"/>
      </dsp:txXfrm>
    </dsp:sp>
    <dsp:sp modelId="{25C420C2-34B5-4451-B613-D020FBC463E8}">
      <dsp:nvSpPr>
        <dsp:cNvPr id="0" name=""/>
        <dsp:cNvSpPr/>
      </dsp:nvSpPr>
      <dsp:spPr>
        <a:xfrm>
          <a:off x="498627" y="1404073"/>
          <a:ext cx="5953760" cy="1188062"/>
        </a:xfrm>
        <a:prstGeom prst="roundRect">
          <a:avLst>
            <a:gd name="adj" fmla="val 10000"/>
          </a:avLst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Interpretability increases trust, safety, and debuggability.</a:t>
          </a:r>
        </a:p>
      </dsp:txBody>
      <dsp:txXfrm>
        <a:off x="533424" y="1438870"/>
        <a:ext cx="4613298" cy="1118468"/>
      </dsp:txXfrm>
    </dsp:sp>
    <dsp:sp modelId="{E211BAF8-FB10-419B-A87A-B6924BF073E1}">
      <dsp:nvSpPr>
        <dsp:cNvPr id="0" name=""/>
        <dsp:cNvSpPr/>
      </dsp:nvSpPr>
      <dsp:spPr>
        <a:xfrm>
          <a:off x="989812" y="2808147"/>
          <a:ext cx="5953760" cy="1188062"/>
        </a:xfrm>
        <a:prstGeom prst="roundRect">
          <a:avLst>
            <a:gd name="adj" fmla="val 10000"/>
          </a:avLst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For vision tasks, visual explanations like heatmaps are the most intuitive.</a:t>
          </a:r>
        </a:p>
      </dsp:txBody>
      <dsp:txXfrm>
        <a:off x="1024609" y="2842944"/>
        <a:ext cx="4620740" cy="1118468"/>
      </dsp:txXfrm>
    </dsp:sp>
    <dsp:sp modelId="{110A3EDE-838B-4B66-A054-08D4F63F4B02}">
      <dsp:nvSpPr>
        <dsp:cNvPr id="0" name=""/>
        <dsp:cNvSpPr/>
      </dsp:nvSpPr>
      <dsp:spPr>
        <a:xfrm>
          <a:off x="1488440" y="4212221"/>
          <a:ext cx="5953760" cy="1188062"/>
        </a:xfrm>
        <a:prstGeom prst="roundRect">
          <a:avLst>
            <a:gd name="adj" fmla="val 10000"/>
          </a:avLst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Grad-CAM allows us to “look inside” a CNN without changing its architecture.</a:t>
          </a:r>
        </a:p>
      </dsp:txBody>
      <dsp:txXfrm>
        <a:off x="1523237" y="4247018"/>
        <a:ext cx="4613298" cy="1118468"/>
      </dsp:txXfrm>
    </dsp:sp>
    <dsp:sp modelId="{E856E022-DE7A-4336-BD74-AC57FD2DA5CC}">
      <dsp:nvSpPr>
        <dsp:cNvPr id="0" name=""/>
        <dsp:cNvSpPr/>
      </dsp:nvSpPr>
      <dsp:spPr>
        <a:xfrm>
          <a:off x="5181520" y="909947"/>
          <a:ext cx="772240" cy="7722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355274" y="909947"/>
        <a:ext cx="424732" cy="581111"/>
      </dsp:txXfrm>
    </dsp:sp>
    <dsp:sp modelId="{4322DA49-14DE-4A4F-B5E7-1A80F352C038}">
      <dsp:nvSpPr>
        <dsp:cNvPr id="0" name=""/>
        <dsp:cNvSpPr/>
      </dsp:nvSpPr>
      <dsp:spPr>
        <a:xfrm>
          <a:off x="5680147" y="2314021"/>
          <a:ext cx="772240" cy="7722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57348"/>
            <a:satOff val="-4819"/>
            <a:lumOff val="-25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57348"/>
              <a:satOff val="-4819"/>
              <a:lumOff val="-25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853901" y="2314021"/>
        <a:ext cx="424732" cy="581111"/>
      </dsp:txXfrm>
    </dsp:sp>
    <dsp:sp modelId="{C6FF8814-BAE2-4403-B6E5-B8981FBA47F3}">
      <dsp:nvSpPr>
        <dsp:cNvPr id="0" name=""/>
        <dsp:cNvSpPr/>
      </dsp:nvSpPr>
      <dsp:spPr>
        <a:xfrm>
          <a:off x="6171332" y="3718095"/>
          <a:ext cx="772240" cy="7722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345086" y="3718095"/>
        <a:ext cx="424732" cy="5811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A4258-B508-4125-A0D6-762495A225BB}">
      <dsp:nvSpPr>
        <dsp:cNvPr id="0" name=""/>
        <dsp:cNvSpPr/>
      </dsp:nvSpPr>
      <dsp:spPr>
        <a:xfrm>
          <a:off x="3444742" y="672826"/>
          <a:ext cx="5185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51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90272" y="715801"/>
        <a:ext cx="27455" cy="5491"/>
      </dsp:txXfrm>
    </dsp:sp>
    <dsp:sp modelId="{DFB02418-D018-445E-A25B-B01D19BBEED9}">
      <dsp:nvSpPr>
        <dsp:cNvPr id="0" name=""/>
        <dsp:cNvSpPr/>
      </dsp:nvSpPr>
      <dsp:spPr>
        <a:xfrm>
          <a:off x="1059078" y="2307"/>
          <a:ext cx="2387463" cy="14324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Load and preprocess an input image (your dog, a car, etc.).</a:t>
          </a:r>
        </a:p>
      </dsp:txBody>
      <dsp:txXfrm>
        <a:off x="1059078" y="2307"/>
        <a:ext cx="2387463" cy="1432478"/>
      </dsp:txXfrm>
    </dsp:sp>
    <dsp:sp modelId="{153B8640-126D-488F-B20D-D3D47F7E9947}">
      <dsp:nvSpPr>
        <dsp:cNvPr id="0" name=""/>
        <dsp:cNvSpPr/>
      </dsp:nvSpPr>
      <dsp:spPr>
        <a:xfrm>
          <a:off x="2252810" y="1432986"/>
          <a:ext cx="2936580" cy="518516"/>
        </a:xfrm>
        <a:custGeom>
          <a:avLst/>
          <a:gdLst/>
          <a:ahLst/>
          <a:cxnLst/>
          <a:rect l="0" t="0" r="0" b="0"/>
          <a:pathLst>
            <a:path>
              <a:moveTo>
                <a:pt x="2936580" y="0"/>
              </a:moveTo>
              <a:lnTo>
                <a:pt x="2936580" y="276358"/>
              </a:lnTo>
              <a:lnTo>
                <a:pt x="0" y="276358"/>
              </a:lnTo>
              <a:lnTo>
                <a:pt x="0" y="518516"/>
              </a:lnTo>
            </a:path>
          </a:pathLst>
        </a:custGeom>
        <a:noFill/>
        <a:ln w="6350" cap="flat" cmpd="sng" algn="ctr">
          <a:solidFill>
            <a:schemeClr val="accent2">
              <a:hueOff val="-135738"/>
              <a:satOff val="-1163"/>
              <a:lumOff val="-771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6413" y="1689498"/>
        <a:ext cx="149373" cy="5491"/>
      </dsp:txXfrm>
    </dsp:sp>
    <dsp:sp modelId="{344D2934-0F47-4EE6-84F8-637203130BFE}">
      <dsp:nvSpPr>
        <dsp:cNvPr id="0" name=""/>
        <dsp:cNvSpPr/>
      </dsp:nvSpPr>
      <dsp:spPr>
        <a:xfrm>
          <a:off x="3995658" y="2307"/>
          <a:ext cx="2387463" cy="1432478"/>
        </a:xfrm>
        <a:prstGeom prst="rect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Forward pass → get class prediction + feature maps.</a:t>
          </a:r>
        </a:p>
      </dsp:txBody>
      <dsp:txXfrm>
        <a:off x="3995658" y="2307"/>
        <a:ext cx="2387463" cy="1432478"/>
      </dsp:txXfrm>
    </dsp:sp>
    <dsp:sp modelId="{D2468DD2-7F2C-4EE5-8743-F4CDACE867C3}">
      <dsp:nvSpPr>
        <dsp:cNvPr id="0" name=""/>
        <dsp:cNvSpPr/>
      </dsp:nvSpPr>
      <dsp:spPr>
        <a:xfrm>
          <a:off x="3444742" y="2654422"/>
          <a:ext cx="5185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516" y="45720"/>
              </a:lnTo>
            </a:path>
          </a:pathLst>
        </a:custGeom>
        <a:noFill/>
        <a:ln w="6350" cap="flat" cmpd="sng" algn="ctr">
          <a:solidFill>
            <a:schemeClr val="accent2">
              <a:hueOff val="-271475"/>
              <a:satOff val="-2327"/>
              <a:lumOff val="-1542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90272" y="2697396"/>
        <a:ext cx="27455" cy="5491"/>
      </dsp:txXfrm>
    </dsp:sp>
    <dsp:sp modelId="{8AC780B9-4C2D-4475-8CCB-685542EA5DF0}">
      <dsp:nvSpPr>
        <dsp:cNvPr id="0" name=""/>
        <dsp:cNvSpPr/>
      </dsp:nvSpPr>
      <dsp:spPr>
        <a:xfrm>
          <a:off x="1059078" y="1983902"/>
          <a:ext cx="2387463" cy="1432478"/>
        </a:xfrm>
        <a:prstGeom prst="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Backward pass → compute gradients for target class.</a:t>
          </a:r>
        </a:p>
      </dsp:txBody>
      <dsp:txXfrm>
        <a:off x="1059078" y="1983902"/>
        <a:ext cx="2387463" cy="1432478"/>
      </dsp:txXfrm>
    </dsp:sp>
    <dsp:sp modelId="{5B4B7D69-DFDE-496E-B2A3-CDB8CA4167B8}">
      <dsp:nvSpPr>
        <dsp:cNvPr id="0" name=""/>
        <dsp:cNvSpPr/>
      </dsp:nvSpPr>
      <dsp:spPr>
        <a:xfrm>
          <a:off x="2252810" y="3414581"/>
          <a:ext cx="2936580" cy="518516"/>
        </a:xfrm>
        <a:custGeom>
          <a:avLst/>
          <a:gdLst/>
          <a:ahLst/>
          <a:cxnLst/>
          <a:rect l="0" t="0" r="0" b="0"/>
          <a:pathLst>
            <a:path>
              <a:moveTo>
                <a:pt x="2936580" y="0"/>
              </a:moveTo>
              <a:lnTo>
                <a:pt x="2936580" y="276358"/>
              </a:lnTo>
              <a:lnTo>
                <a:pt x="0" y="276358"/>
              </a:lnTo>
              <a:lnTo>
                <a:pt x="0" y="518516"/>
              </a:lnTo>
            </a:path>
          </a:pathLst>
        </a:custGeom>
        <a:noFill/>
        <a:ln w="635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6413" y="3671093"/>
        <a:ext cx="149373" cy="5491"/>
      </dsp:txXfrm>
    </dsp:sp>
    <dsp:sp modelId="{60B8F4C0-F007-4D0A-BE74-F7012FD276E4}">
      <dsp:nvSpPr>
        <dsp:cNvPr id="0" name=""/>
        <dsp:cNvSpPr/>
      </dsp:nvSpPr>
      <dsp:spPr>
        <a:xfrm>
          <a:off x="3995658" y="1983902"/>
          <a:ext cx="2387463" cy="1432478"/>
        </a:xfrm>
        <a:prstGeom prst="rect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Generate heatmap based on gradient weights.</a:t>
          </a:r>
        </a:p>
      </dsp:txBody>
      <dsp:txXfrm>
        <a:off x="3995658" y="1983902"/>
        <a:ext cx="2387463" cy="1432478"/>
      </dsp:txXfrm>
    </dsp:sp>
    <dsp:sp modelId="{F2709559-5F16-47A3-8FF2-A8C557A3626A}">
      <dsp:nvSpPr>
        <dsp:cNvPr id="0" name=""/>
        <dsp:cNvSpPr/>
      </dsp:nvSpPr>
      <dsp:spPr>
        <a:xfrm>
          <a:off x="1059078" y="3965497"/>
          <a:ext cx="2387463" cy="1432478"/>
        </a:xfrm>
        <a:prstGeom prst="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Visualize: original, heatmap, overlay.</a:t>
          </a:r>
        </a:p>
      </dsp:txBody>
      <dsp:txXfrm>
        <a:off x="1059078" y="3965497"/>
        <a:ext cx="2387463" cy="1432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A14559-F3C1-48F2-A12E-C6B50F6D7730}" type="datetimeFigureOut"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F1E80-C99C-4BF3-A40C-7E382E1101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00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Add Code screenshot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F1E80-C99C-4BF3-A40C-7E382E1101D7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60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514F-0361-9879-36A4-FEADF40F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9C27B-E420-D134-BAB2-4B466891C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89388-1934-3DF9-082A-EB5599341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Add Code screenshot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0EE2-139D-0C5B-241D-44C74B651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F1E80-C99C-4BF3-A40C-7E382E1101D7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67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B5C9-E9B7-A1B1-9CEB-6BDEE5339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7CF92-587B-EFE8-3B64-8FFB18E64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04BCD-8F5F-9208-D66B-E70A69916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Add Code screenshot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45845-2EAF-A532-658E-7491D7B71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F1E80-C99C-4BF3-A40C-7E382E1101D7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67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Describe content briefly:</a:t>
            </a:r>
          </a:p>
          <a:p>
            <a:r>
              <a:rPr lang="en-US"/>
              <a:t>Running the Grad-CAM notebook</a:t>
            </a:r>
          </a:p>
          <a:p>
            <a:r>
              <a:rPr lang="en-US" dirty="0"/>
              <a:t>Showing heatmaps for different images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Explaining what the model focused on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F1E80-C99C-4BF3-A40C-7E382E1101D7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05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Add stock dog photo image and the heatmap and overlay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F1E80-C99C-4BF3-A40C-7E382E1101D7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54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Insert </a:t>
            </a:r>
            <a:r>
              <a:rPr lang="en-US" dirty="0" err="1">
                <a:ea typeface="Calibri"/>
                <a:cs typeface="Calibri"/>
              </a:rPr>
              <a:t>Copo's</a:t>
            </a:r>
            <a:r>
              <a:rPr lang="en-US" dirty="0">
                <a:ea typeface="Calibri"/>
                <a:cs typeface="Calibri"/>
              </a:rPr>
              <a:t> image here and its Grad CAM Overlay. </a:t>
            </a:r>
          </a:p>
          <a:p>
            <a:r>
              <a:rPr lang="en-US" dirty="0">
                <a:ea typeface="Calibri"/>
                <a:cs typeface="Calibri"/>
              </a:rPr>
              <a:t>Explain how there are other items that could possibly throw off the image (couch, </a:t>
            </a:r>
            <a:r>
              <a:rPr lang="en-US" dirty="0" err="1">
                <a:ea typeface="Calibri"/>
                <a:cs typeface="Calibri"/>
              </a:rPr>
              <a:t>showes</a:t>
            </a:r>
            <a:r>
              <a:rPr lang="en-US" dirty="0">
                <a:ea typeface="Calibri"/>
                <a:cs typeface="Calibri"/>
              </a:rPr>
              <a:t>, foot, numbers and letters). However the CNN is able to make a determination correctly and it shows that it is using the correct area.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F1E80-C99C-4BF3-A40C-7E382E1101D7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9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Insert Car test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F1E80-C99C-4BF3-A40C-7E382E1101D7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80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Insert </a:t>
            </a:r>
            <a:r>
              <a:rPr lang="en-US" dirty="0" err="1">
                <a:ea typeface="Calibri"/>
                <a:cs typeface="Calibri"/>
              </a:rPr>
              <a:t>Ambigous</a:t>
            </a:r>
            <a:r>
              <a:rPr lang="en-US" dirty="0">
                <a:ea typeface="Calibri"/>
                <a:cs typeface="Calibri"/>
              </a:rPr>
              <a:t> image and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F1E80-C99C-4BF3-A40C-7E382E1101D7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4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1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24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3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6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6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2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2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42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8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96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3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2939672.2939778" TargetMode="External"/><Relationship Id="rId2" Type="http://schemas.openxmlformats.org/officeDocument/2006/relationships/hyperlink" Target="https://doi.org/10.1109/ICCV.2017.7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torch.org/" TargetMode="External"/><Relationship Id="rId4" Type="http://schemas.openxmlformats.org/officeDocument/2006/relationships/hyperlink" Target="https://doi.org/10.1109/CVPR.2016.9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/>
              <a:t>Mini Research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Grad CAM for CNN Interpretability</a:t>
            </a:r>
          </a:p>
          <a:p>
            <a:r>
              <a:rPr lang="en-US" dirty="0"/>
              <a:t>Carlos Mendez</a:t>
            </a:r>
          </a:p>
          <a:p>
            <a:r>
              <a:rPr lang="en-US" dirty="0"/>
              <a:t>MSCS 2201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D4BA748F-F5EF-0165-DD9C-1728E28F0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72" r="39120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79800-7F39-9B27-A6EC-0DF94909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n-US" dirty="0" err="1"/>
              <a:t>Tl;dr</a:t>
            </a:r>
            <a:r>
              <a:rPr lang="en-US" dirty="0"/>
              <a:t>: </a:t>
            </a:r>
            <a:r>
              <a:rPr lang="en-US" dirty="0" err="1"/>
              <a:t>mOTIVATION</a:t>
            </a:r>
            <a:r>
              <a:rPr lang="en-US" dirty="0"/>
              <a:t>, MAIN IDEA, AND RESULTS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C88A670-55DA-D69D-4F18-03180A355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441666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713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44C63-C208-C35D-C8FE-35F7F0CD9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4AD8ED-A471-2C8F-698E-8105D0938F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86345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80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732EB-5A86-0F0E-4266-D12E0424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Motivation</a:t>
            </a:r>
            <a:endParaRPr lang="en-US" sz="32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267FA20-6367-976B-1749-A9DDE828C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186868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811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D736B-24D9-B510-D8F8-457D3963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Literature Review (Part 1)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C4A54C-F345-5746-DF02-ED8FB396C0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03" r="45522" b="-6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52FB6-76E6-5B81-F61E-D05B557D7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Key interpretability methods: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LIME (2016): Creates local surrogate models to explain individual predictions.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SHAP (2017): Uses Shapley values to measure feature importance.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Grad-CAM (2017): Uses gradients + activations to produce class-specific heatmaps for CNNs.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24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1A538-299C-2D6D-C626-7F81E53B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Literature Review (Part 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AF5A3-B858-B880-FEF6-EBBE1B3AB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Interpretability vs Explainability (Lecture 9):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Interpretability: Understanding input-output behavior.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Explainability: Producing human-like reasoning after the fact.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Grad-CAM is a post-hoc explainability technique; it explains the model’s behavior without modifying the model.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2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39AED-363F-89E2-C034-2B2F8330A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Approach / Method Used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41B1CC-A596-7784-3024-B5CEA4D81A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18" r="29302" b="-1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1F37D-9AEA-5D45-840F-42420C4E9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Pretrained ResNet50 (ImageNet) used as the model.</a:t>
            </a:r>
          </a:p>
          <a:p>
            <a:r>
              <a:rPr lang="en-US" dirty="0"/>
              <a:t>Capture activations and gradients from the final convolutional layer (layer4).</a:t>
            </a:r>
          </a:p>
          <a:p>
            <a:r>
              <a:rPr lang="en-US" dirty="0"/>
              <a:t>Combine gradients with activations to compute a weighted heatmap.</a:t>
            </a:r>
          </a:p>
          <a:p>
            <a:r>
              <a:rPr lang="en-US" dirty="0"/>
              <a:t>Resize and overlay heatmap on top of original image.</a:t>
            </a:r>
          </a:p>
          <a:p>
            <a:r>
              <a:rPr lang="en-US" dirty="0"/>
              <a:t>Implemented end-to-end in Google Colab using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08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780F8-4B50-041F-3BE6-85C3381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2200">
                <a:ea typeface="+mj-lt"/>
                <a:cs typeface="+mj-lt"/>
              </a:rPr>
              <a:t>Implementation Overview</a:t>
            </a:r>
            <a:endParaRPr lang="en-US" sz="2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44F547C-7B51-93DE-7D1B-3647F2B41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11272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040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FBE60-1D48-917E-67F2-7C6677B6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4D2BC-1534-7BD3-7D52-EF9E7CD1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ea typeface="+mj-lt"/>
                <a:cs typeface="+mj-lt"/>
              </a:rPr>
              <a:t>Implementation Overview</a:t>
            </a:r>
            <a:endParaRPr lang="en-US"/>
          </a:p>
        </p:txBody>
      </p:sp>
      <p:pic>
        <p:nvPicPr>
          <p:cNvPr id="28" name="Content Placeholder 2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F1D5886-48AA-8E01-548C-E53F72F8F3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66" b="22096"/>
          <a:stretch>
            <a:fillRect/>
          </a:stretch>
        </p:blipFill>
        <p:spPr>
          <a:xfrm>
            <a:off x="20" y="-1"/>
            <a:ext cx="4755385" cy="6858001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6BDDDD8-453F-94FC-85A5-8AFC63AC9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Defines the Grad-CAM class, which captures activations and gradients from the last convolution layer.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Combines these to create a heatmap showing what parts of the image the model used for its prediction.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Loads a pretrained ResNet50 model and attaches Grad-CAM to its final conv block (</a:t>
            </a:r>
            <a:r>
              <a:rPr lang="en-US" dirty="0">
                <a:latin typeface="Consolas"/>
              </a:rPr>
              <a:t>layer4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This allows us to generate clear visual explanations of the model’s decisions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52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5069D-56A3-9FA3-6BB4-732BEA6E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2FBED1-46BD-9F4A-BA0E-4C5B8AF94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3620882" cy="36403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/>
              <a:t>Implementation Overview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54CA6A-6926-1C2D-0016-CF9D3C0F0B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26" b="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F79C95-3441-135A-5180-FEC4260988E7}"/>
              </a:ext>
            </a:extLst>
          </p:cNvPr>
          <p:cNvSpPr txBox="1"/>
          <p:nvPr/>
        </p:nvSpPr>
        <p:spPr>
          <a:xfrm>
            <a:off x="446689" y="2443655"/>
            <a:ext cx="3389586" cy="36786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7F98EA-025C-0CC9-074F-C947CAF6E5C5}"/>
              </a:ext>
            </a:extLst>
          </p:cNvPr>
          <p:cNvSpPr txBox="1"/>
          <p:nvPr/>
        </p:nvSpPr>
        <p:spPr>
          <a:xfrm>
            <a:off x="367862" y="2220310"/>
            <a:ext cx="4177862" cy="41778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23C4AF-070F-56A1-9462-03C9257FB4D8}"/>
              </a:ext>
            </a:extLst>
          </p:cNvPr>
          <p:cNvSpPr txBox="1"/>
          <p:nvPr/>
        </p:nvSpPr>
        <p:spPr>
          <a:xfrm>
            <a:off x="486102" y="2299138"/>
            <a:ext cx="3954517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Loads an image (dog, personal photo, car, or ambiguous image) and preprocesses it so ResNet50 can read it.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Converts the image to a tensor, normalizes it, and sends it to the model’s device.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Runs the image through the model and uses Grad-CAM to compute a class-specific heatmap.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Identifies the predicted class and returns the raw Grad-CAM map for visualization in the next step.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226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371B4-247A-C793-8A05-DA6BC5FC4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372223"/>
            <a:ext cx="4265763" cy="1744702"/>
          </a:xfrm>
        </p:spPr>
        <p:txBody>
          <a:bodyPr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Demo (YouTube Link)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6B65F-EECA-AC56-17A1-298754B2D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346" y="2414755"/>
            <a:ext cx="5269831" cy="20391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https://youtu.be/bLNHfx-hbgU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AB36D8-4A14-4AA5-7A2B-C8B871657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42534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50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5E4E-5302-C7FD-C321-7054E10A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results: google Dog Image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4E777-7A5A-54AC-BC3E-270E34DB6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heatmap highlights the dog’s face, especially the eyes and snout.</a:t>
            </a:r>
          </a:p>
          <a:p>
            <a:r>
              <a:rPr lang="en-US" dirty="0"/>
              <a:t>Model attends to the most discriminative regions for dog classification.</a:t>
            </a:r>
          </a:p>
          <a:p>
            <a:r>
              <a:rPr lang="en-US" dirty="0"/>
              <a:t>This is a successful explanation: behavior matches human intuition.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58CF9-B448-14ED-CE49-E3CFA209C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8" y="3532517"/>
            <a:ext cx="113252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4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B008E-C9E0-C077-FEBD-8E556B9B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Results: My Dog (Personal Photo)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4CFD5B-9410-EFFA-502D-686ECB0B3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67" r="-616" b="11963"/>
          <a:stretch>
            <a:fillRect/>
          </a:stretch>
        </p:blipFill>
        <p:spPr>
          <a:xfrm>
            <a:off x="513790" y="-1212"/>
            <a:ext cx="11173583" cy="382435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6AF47-10FC-8C5A-98AC-4F7080249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/>
              <a:t>The model still focuses on the face and upper body even though this is not an ImageNet training image.</a:t>
            </a:r>
          </a:p>
          <a:p>
            <a:r>
              <a:rPr lang="en-US" sz="1900"/>
              <a:t>Shows good generalization to personal photos.</a:t>
            </a:r>
          </a:p>
          <a:p>
            <a:r>
              <a:rPr lang="en-US" sz="1900"/>
              <a:t>Some background activation may appear depending on lighting or pose. (For example, the side of the rain cap)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812733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360E-2B35-F191-989B-F235AFD3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3631721"/>
            <a:ext cx="10691265" cy="130759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Results: Car Image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DDB43-42F5-5C84-0BB6-F1A5994A5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4637388"/>
            <a:ext cx="10691265" cy="13245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Heatmap activation clusters around wheels, headlights, and body edges.</a:t>
            </a:r>
          </a:p>
          <a:p>
            <a:r>
              <a:rPr lang="en-US" dirty="0"/>
              <a:t>CNN focuses on structural features that help classify vehicles.</a:t>
            </a:r>
          </a:p>
          <a:p>
            <a:r>
              <a:rPr lang="en-US" dirty="0"/>
              <a:t>This aligns with how humans identify cars, another strong, meaningful explanation.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heat map of a heat map&#10;&#10;AI-generated content may be incorrect.">
            <a:extLst>
              <a:ext uri="{FF2B5EF4-FFF2-40B4-BE49-F238E27FC236}">
                <a16:creationId xmlns:a16="http://schemas.microsoft.com/office/drawing/2014/main" id="{69CEEE5B-227C-BE30-58E1-0006E3C82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58" y="1016478"/>
            <a:ext cx="10692621" cy="240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41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42CE8-F58E-66F8-2967-D87807B87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Results: </a:t>
            </a:r>
            <a:r>
              <a:rPr lang="en-US" sz="3400" err="1"/>
              <a:t>ambigious</a:t>
            </a:r>
            <a:r>
              <a:rPr lang="en-US" sz="3400"/>
              <a:t> image / Failure case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97F0F-A073-6D7A-C3CF-6793EF2902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12373"/>
          <a:stretch>
            <a:fillRect/>
          </a:stretch>
        </p:blipFill>
        <p:spPr>
          <a:xfrm>
            <a:off x="800100" y="717656"/>
            <a:ext cx="10591800" cy="30861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5E7FE-AF3F-4023-0CE5-F05694896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/>
              <a:t>The model’s attention is inconsistent or misplaced; heatmap may focus on background, shadows, or random textures.</a:t>
            </a:r>
          </a:p>
          <a:p>
            <a:pPr>
              <a:lnSpc>
                <a:spcPct val="100000"/>
              </a:lnSpc>
            </a:pPr>
            <a:r>
              <a:rPr lang="en-US" sz="1700"/>
              <a:t>This indicates model uncertainty and lack of discriminative features.</a:t>
            </a:r>
          </a:p>
          <a:p>
            <a:pPr>
              <a:lnSpc>
                <a:spcPct val="100000"/>
              </a:lnSpc>
            </a:pPr>
            <a:r>
              <a:rPr lang="en-US" sz="1700"/>
              <a:t>Great example of Grad-CAM exposing when a model is “guessing.”</a:t>
            </a:r>
          </a:p>
          <a:p>
            <a:pPr>
              <a:lnSpc>
                <a:spcPct val="10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234995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3CB8-BD12-D5F3-1F21-0E161CB0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4183C-B7FB-7CF5-79E0-112296088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Grad-CAM is post-hoc, so explanations approximate, not perfect.</a:t>
            </a:r>
          </a:p>
          <a:p>
            <a:r>
              <a:rPr lang="en-US" dirty="0"/>
              <a:t>Sensitive to choice of convolutional layer.</a:t>
            </a:r>
          </a:p>
          <a:p>
            <a:r>
              <a:rPr lang="en-US" dirty="0"/>
              <a:t>Heatmaps sometimes highlight irrelevant regions.</a:t>
            </a:r>
          </a:p>
          <a:p>
            <a:r>
              <a:rPr lang="en-US" dirty="0"/>
              <a:t>Not suitable for non-CNN architectures unless adapted </a:t>
            </a:r>
          </a:p>
          <a:p>
            <a:r>
              <a:rPr lang="en-US" dirty="0"/>
              <a:t>Does not guarantee “true” model reasoning, but gives useful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05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D235-FC29-5EC8-7766-36E12010B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B9AA1-E9E0-29FE-193A-49778B297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Grad-CAM is a simple, powerful tool for CNN interpretability.</a:t>
            </a:r>
          </a:p>
          <a:p>
            <a:r>
              <a:rPr lang="en-US" dirty="0"/>
              <a:t>Visual heatmaps help validate correct behavior and detect failure cases.</a:t>
            </a:r>
          </a:p>
          <a:p>
            <a:r>
              <a:rPr lang="en-US" dirty="0"/>
              <a:t>Works well for everyday images, including custom photos.</a:t>
            </a:r>
          </a:p>
          <a:p>
            <a:r>
              <a:rPr lang="en-US" dirty="0"/>
              <a:t>Future work: Grad-CAM++, Vision Transformer explanations, Integrated Gradients.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099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9C675-F6E1-3F21-CDB4-2D2F5243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38FCA-E338-6784-946F-87332D279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8089"/>
            <a:ext cx="10691265" cy="424379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Selvaraju, R. R., Cogswell, M., Das, A., </a:t>
            </a:r>
            <a:r>
              <a:rPr lang="en-US" err="1">
                <a:ea typeface="+mn-lt"/>
                <a:cs typeface="+mn-lt"/>
              </a:rPr>
              <a:t>Vedantam</a:t>
            </a:r>
            <a:r>
              <a:rPr lang="en-US" dirty="0">
                <a:ea typeface="+mn-lt"/>
                <a:cs typeface="+mn-lt"/>
              </a:rPr>
              <a:t>, R., Parikh, D., &amp; Batra, D. (2017). </a:t>
            </a:r>
            <a:r>
              <a:rPr lang="en-US" i="1" dirty="0">
                <a:ea typeface="+mn-lt"/>
                <a:cs typeface="+mn-lt"/>
              </a:rPr>
              <a:t>Grad-CAM: Visual explanations from deep networks via gradient-based localization.</a:t>
            </a:r>
            <a:r>
              <a:rPr lang="en-US" dirty="0">
                <a:ea typeface="+mn-lt"/>
                <a:cs typeface="+mn-lt"/>
              </a:rPr>
              <a:t> ICCV, 618–626. </a:t>
            </a:r>
            <a:r>
              <a:rPr lang="en-US" dirty="0">
                <a:ea typeface="+mn-lt"/>
                <a:cs typeface="+mn-lt"/>
                <a:hlinkClick r:id="rId2"/>
              </a:rPr>
              <a:t>https://doi.org/10.1109/ICCV.2017.74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Ribeiro, M. T., Singh, S., &amp; </a:t>
            </a:r>
            <a:r>
              <a:rPr lang="en-US" err="1">
                <a:ea typeface="+mn-lt"/>
                <a:cs typeface="+mn-lt"/>
              </a:rPr>
              <a:t>Guestrin</a:t>
            </a:r>
            <a:r>
              <a:rPr lang="en-US">
                <a:ea typeface="+mn-lt"/>
                <a:cs typeface="+mn-lt"/>
              </a:rPr>
              <a:t>, C. (2016). </a:t>
            </a:r>
            <a:r>
              <a:rPr lang="en-US" i="1">
                <a:ea typeface="+mn-lt"/>
                <a:cs typeface="+mn-lt"/>
              </a:rPr>
              <a:t>“Why should I trust you?” Explaining the predictions of any classifier.</a:t>
            </a:r>
            <a:r>
              <a:rPr lang="en-US">
                <a:ea typeface="+mn-lt"/>
                <a:cs typeface="+mn-lt"/>
              </a:rPr>
              <a:t> KDD, 1135–1144. </a:t>
            </a:r>
            <a:r>
              <a:rPr lang="en-US" dirty="0">
                <a:ea typeface="+mn-lt"/>
                <a:cs typeface="+mn-lt"/>
                <a:hlinkClick r:id="rId3"/>
              </a:rPr>
              <a:t>https://doi.org/10.1145/2939672.2939778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Lundberg, S. M., &amp; Lee, S.-I. (2017). </a:t>
            </a:r>
            <a:r>
              <a:rPr lang="en-US" i="1" dirty="0">
                <a:ea typeface="+mn-lt"/>
                <a:cs typeface="+mn-lt"/>
              </a:rPr>
              <a:t>A unified approach to interpreting model predictions.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NeurIPS</a:t>
            </a:r>
            <a:r>
              <a:rPr lang="en-US" dirty="0">
                <a:ea typeface="+mn-lt"/>
                <a:cs typeface="+mn-lt"/>
              </a:rPr>
              <a:t> 30.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He, K., Zhang, X., Ren, S., &amp; Sun, J. (2016). </a:t>
            </a:r>
            <a:r>
              <a:rPr lang="en-US" i="1" dirty="0">
                <a:ea typeface="+mn-lt"/>
                <a:cs typeface="+mn-lt"/>
              </a:rPr>
              <a:t>Deep residual learning for image recognition.</a:t>
            </a:r>
            <a:r>
              <a:rPr lang="en-US" dirty="0">
                <a:ea typeface="+mn-lt"/>
                <a:cs typeface="+mn-lt"/>
              </a:rPr>
              <a:t> CVPR, 770–778. </a:t>
            </a:r>
            <a:r>
              <a:rPr lang="en-US" dirty="0">
                <a:ea typeface="+mn-lt"/>
                <a:cs typeface="+mn-lt"/>
                <a:hlinkClick r:id="rId4"/>
              </a:rPr>
              <a:t>https://doi.org/10.1109/CVPR.2016.90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Paszke</a:t>
            </a:r>
            <a:r>
              <a:rPr lang="en-US" dirty="0">
                <a:ea typeface="+mn-lt"/>
                <a:cs typeface="+mn-lt"/>
              </a:rPr>
              <a:t>, A., Gross, S., Massa, F., et al. (2019). </a:t>
            </a:r>
            <a:r>
              <a:rPr lang="en-US" i="1" err="1">
                <a:ea typeface="+mn-lt"/>
                <a:cs typeface="+mn-lt"/>
              </a:rPr>
              <a:t>PyTorch</a:t>
            </a:r>
            <a:r>
              <a:rPr lang="en-US" i="1" dirty="0">
                <a:ea typeface="+mn-lt"/>
                <a:cs typeface="+mn-lt"/>
              </a:rPr>
              <a:t>: An imperative style, high-performance deep learning library.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NeurIPS</a:t>
            </a:r>
            <a:r>
              <a:rPr lang="en-US" dirty="0">
                <a:ea typeface="+mn-lt"/>
                <a:cs typeface="+mn-lt"/>
              </a:rPr>
              <a:t> 32. </a:t>
            </a:r>
            <a:r>
              <a:rPr lang="en-US" dirty="0">
                <a:ea typeface="+mn-lt"/>
                <a:cs typeface="+mn-lt"/>
                <a:hlinkClick r:id="rId5"/>
              </a:rPr>
              <a:t>https://pytorch.org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Guidotti, R., </a:t>
            </a:r>
            <a:r>
              <a:rPr lang="en-US" err="1">
                <a:ea typeface="+mn-lt"/>
                <a:cs typeface="+mn-lt"/>
              </a:rPr>
              <a:t>Monreale</a:t>
            </a:r>
            <a:r>
              <a:rPr lang="en-US" dirty="0">
                <a:ea typeface="+mn-lt"/>
                <a:cs typeface="+mn-lt"/>
              </a:rPr>
              <a:t>, A., Ruggieri, S., Turini, F., Giannotti, F., &amp; </a:t>
            </a:r>
            <a:r>
              <a:rPr lang="en-US" err="1">
                <a:ea typeface="+mn-lt"/>
                <a:cs typeface="+mn-lt"/>
              </a:rPr>
              <a:t>Pedreschi</a:t>
            </a:r>
            <a:r>
              <a:rPr lang="en-US" dirty="0">
                <a:ea typeface="+mn-lt"/>
                <a:cs typeface="+mn-lt"/>
              </a:rPr>
              <a:t>, D. (2018). </a:t>
            </a:r>
            <a:r>
              <a:rPr lang="en-US" i="1" dirty="0">
                <a:ea typeface="+mn-lt"/>
                <a:cs typeface="+mn-lt"/>
              </a:rPr>
              <a:t>A survey of methods for explaining black box models.</a:t>
            </a:r>
            <a:r>
              <a:rPr lang="en-US" dirty="0">
                <a:ea typeface="+mn-lt"/>
                <a:cs typeface="+mn-lt"/>
              </a:rPr>
              <a:t> ACM Computing Surveys, 51(5), 93.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He, K., Zhang, X., Ren, S., &amp; Sun, J. (2016). </a:t>
            </a:r>
            <a:r>
              <a:rPr lang="en-US" i="1" dirty="0">
                <a:ea typeface="+mn-lt"/>
                <a:cs typeface="+mn-lt"/>
              </a:rPr>
              <a:t>Deep residual learning for image recognition.</a:t>
            </a:r>
            <a:r>
              <a:rPr lang="en-US" dirty="0">
                <a:ea typeface="+mn-lt"/>
                <a:cs typeface="+mn-lt"/>
              </a:rPr>
              <a:t> CVPR, 770–778. https://doi.org/10.1109/CVPR.2016.90</a:t>
            </a:r>
          </a:p>
          <a:p>
            <a:r>
              <a:rPr lang="en-US" dirty="0">
                <a:ea typeface="+mn-lt"/>
                <a:cs typeface="+mn-lt"/>
              </a:rPr>
              <a:t>Sofia University. (2024). </a:t>
            </a:r>
            <a:r>
              <a:rPr lang="en-US" i="1" dirty="0">
                <a:ea typeface="+mn-lt"/>
                <a:cs typeface="+mn-lt"/>
              </a:rPr>
              <a:t>Lecture 9: Interpretability &amp; Explainability.</a:t>
            </a:r>
            <a:r>
              <a:rPr lang="en-US" dirty="0">
                <a:ea typeface="+mn-lt"/>
                <a:cs typeface="+mn-lt"/>
              </a:rPr>
              <a:t> MSCS 2201 – Artificial Intelligence.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4889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ChronicleVTI</vt:lpstr>
      <vt:lpstr>Mini Research Project</vt:lpstr>
      <vt:lpstr>Tl;dr: mOTIVATION, MAIN IDEA, AND RESULTS</vt:lpstr>
      <vt:lpstr>Table of contents</vt:lpstr>
      <vt:lpstr>Motivation</vt:lpstr>
      <vt:lpstr>Literature Review (Part 1)</vt:lpstr>
      <vt:lpstr>Literature Review (Part 2)</vt:lpstr>
      <vt:lpstr>Approach / Method Used</vt:lpstr>
      <vt:lpstr>Implementation Overview</vt:lpstr>
      <vt:lpstr>Implementation Overview</vt:lpstr>
      <vt:lpstr>Implementation Overview</vt:lpstr>
      <vt:lpstr>Demo (YouTube Link)</vt:lpstr>
      <vt:lpstr>results: google Dog Image</vt:lpstr>
      <vt:lpstr>Results: My Dog (Personal Photo)</vt:lpstr>
      <vt:lpstr>Results: Car Image</vt:lpstr>
      <vt:lpstr>Results: ambigious image / Failure case</vt:lpstr>
      <vt:lpstr>Discussion &amp; Limitations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164</cp:revision>
  <dcterms:created xsi:type="dcterms:W3CDTF">2025-12-01T02:45:38Z</dcterms:created>
  <dcterms:modified xsi:type="dcterms:W3CDTF">2025-12-03T05:06:54Z</dcterms:modified>
</cp:coreProperties>
</file>